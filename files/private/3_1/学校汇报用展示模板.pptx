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580" r:id="rId3"/>
    <p:sldId id="578" r:id="rId4"/>
    <p:sldId id="579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>
      <p:cViewPr varScale="1">
        <p:scale>
          <a:sx n="79" d="100"/>
          <a:sy n="79" d="100"/>
        </p:scale>
        <p:origin x="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EB3EF-CA04-4A83-99A7-3C25C8CBD6E6}" type="datetimeFigureOut">
              <a:rPr lang="zh-CN" altLang="en-US" smtClean="0"/>
              <a:t>2024/4/23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7389DF-DD48-4147-AA7D-DFC3B5A5DB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34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B8AEA9-27F9-9F29-E5DF-C20A70DA5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6B8DB5-01D0-F913-01AD-15AF86D69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05D3B0-4188-0C53-40DA-6175B9B6F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43EE-88AC-4BB1-A96B-683701825200}" type="datetimeFigureOut">
              <a:rPr lang="zh-CN" altLang="en-US" smtClean="0"/>
              <a:t>2024/4/23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230835-4FE3-3824-DFA3-AFACD6EBE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D94AE3-0881-6EFA-0A8D-018CA4108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946A-496E-4FA2-892A-9D0761E430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56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5FECA-35BC-7E96-7D4D-41AE3D932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DAD0C3-7C79-3B12-50BB-F76E9DCF9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ABF602-2F06-6400-5245-F3AA4EE23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43EE-88AC-4BB1-A96B-683701825200}" type="datetimeFigureOut">
              <a:rPr lang="zh-CN" altLang="en-US" smtClean="0"/>
              <a:t>2024/4/23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DA2198-7159-D218-AF3F-E20401A85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793171-0E5D-9D7F-55BB-2772B26EA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946A-496E-4FA2-892A-9D0761E430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6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27D4AD-BA73-0AC5-AC12-219922916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56B22E-5C98-FAFB-3218-2EE41DFC4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4773B4-A70A-7417-500C-3714AD634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43EE-88AC-4BB1-A96B-683701825200}" type="datetimeFigureOut">
              <a:rPr lang="zh-CN" altLang="en-US" smtClean="0"/>
              <a:t>2024/4/23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D4556C-888C-FFC1-2630-C8B09FEC0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24EB02-B0BC-9376-0A00-AD42E9DD2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946A-496E-4FA2-892A-9D0761E430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887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33938-33B9-96ED-6AF9-99D71CE9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B5601B-DC82-49F8-00DB-42D82B6388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B3B42D-E66F-5FBA-B833-3C5C8A755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7E35EB-1740-9F6B-1819-FFF594EE9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43EE-88AC-4BB1-A96B-683701825200}" type="datetimeFigureOut">
              <a:rPr lang="zh-CN" altLang="en-US" smtClean="0"/>
              <a:t>2024/4/23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C61F23-5136-E49F-9D3E-C1ACAA08D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C731CB-DCC0-F5CC-F7CB-C7FA0BA8A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946A-496E-4FA2-892A-9D0761E430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07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4EDAFF-89A4-FFF6-BA41-64B32AC9A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03452E-A495-E753-82B9-1FDEF7401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C8CB40-91E6-0049-0A68-B1B9BE05F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96E1C9-FE3A-8709-046B-708F0070B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AF08836-3450-314E-2A7A-6D354CF97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D1EE7B6-3101-68D9-A2BE-0CF454B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43EE-88AC-4BB1-A96B-683701825200}" type="datetimeFigureOut">
              <a:rPr lang="zh-CN" altLang="en-US" smtClean="0"/>
              <a:t>2024/4/23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FF1AB2-C0FF-C139-642D-1B13A6ED0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DC68C5-212C-6513-73C2-EF7E98652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946A-496E-4FA2-892A-9D0761E430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911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7E2B3-81DE-C2F8-709F-8F2BAA3D4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105EDFC-ACBA-170B-B7DF-4AB500521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43EE-88AC-4BB1-A96B-683701825200}" type="datetimeFigureOut">
              <a:rPr lang="zh-CN" altLang="en-US" smtClean="0"/>
              <a:t>2024/4/23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63A198-32E4-479C-DBAB-FE3B2AC5D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C6FCF02-E813-190F-F251-DA7978CA3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946A-496E-4FA2-892A-9D0761E430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929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A8D2B1-D023-2E6D-E29B-58359B2B6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43EE-88AC-4BB1-A96B-683701825200}" type="datetimeFigureOut">
              <a:rPr lang="zh-CN" altLang="en-US" smtClean="0"/>
              <a:t>2024/4/23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0B7072-394D-D7CE-E819-6FDF5326F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8A2B06-76A5-619D-AF14-7A4308AF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946A-496E-4FA2-892A-9D0761E430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16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BDB6D6-B534-27EC-7B49-0F94A23AE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72859-A62F-D0BB-4DAD-5BF931A2B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824BDA-5D8A-398F-11F5-9D78AA95B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6039EA-2B9E-C5F1-A9E5-D290688FD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43EE-88AC-4BB1-A96B-683701825200}" type="datetimeFigureOut">
              <a:rPr lang="zh-CN" altLang="en-US" smtClean="0"/>
              <a:t>2024/4/23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554CDD-D1AF-9411-1BA5-EF0ECFF39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6F3F81-04E0-E524-DD03-3E39586C1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946A-496E-4FA2-892A-9D0761E430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297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00AA1-15BF-3694-363B-8CDF92156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38502D-C8E3-25CF-C3E8-661532C454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1F0DC4-0077-FAFF-4755-5D0B9E2F5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D33FC1-A6AF-628C-D838-ADA5FFDC5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43EE-88AC-4BB1-A96B-683701825200}" type="datetimeFigureOut">
              <a:rPr lang="zh-CN" altLang="en-US" smtClean="0"/>
              <a:t>2024/4/23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776790-426F-00C5-60A1-935F66849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33682E-45DC-DD8A-4698-9F5EF35A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946A-496E-4FA2-892A-9D0761E430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93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AAC25E-B75E-DF08-6660-1BED5ED7F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90D3F2-AD7B-C872-3194-F23A3C0CC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982775-0C54-4014-44B4-488386384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43EE-88AC-4BB1-A96B-683701825200}" type="datetimeFigureOut">
              <a:rPr lang="zh-CN" altLang="en-US" smtClean="0"/>
              <a:t>2024/4/23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5D7EA-D040-4C67-0AF3-C2BBC05AB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E47283-AD08-8E11-D3AC-1D0EB0E23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946A-496E-4FA2-892A-9D0761E430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893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0628C94-4FF9-307B-2615-60F008927D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5FAC50-1D17-0A30-8DA7-4FA20B8E7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5CCEC3-8A86-7E62-5107-8EB54FFA8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43EE-88AC-4BB1-A96B-683701825200}" type="datetimeFigureOut">
              <a:rPr lang="zh-CN" altLang="en-US" smtClean="0"/>
              <a:t>2024/4/23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A4ACDC-8378-053C-8EA7-9782616C1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33F4FA-CA2C-00B3-F115-98D8EDB50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D946A-496E-4FA2-892A-9D0761E430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342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-computing_348222">
            <a:extLst>
              <a:ext uri="{FF2B5EF4-FFF2-40B4-BE49-F238E27FC236}">
                <a16:creationId xmlns:a16="http://schemas.microsoft.com/office/drawing/2014/main" id="{BD2E0458-69DB-45CC-80D6-BE671620C864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290126" y="1245400"/>
            <a:ext cx="1624916" cy="1781781"/>
          </a:xfrm>
          <a:custGeom>
            <a:avLst/>
            <a:gdLst>
              <a:gd name="connsiteX0" fmla="*/ 333296 w 554079"/>
              <a:gd name="connsiteY0" fmla="*/ 266357 h 607568"/>
              <a:gd name="connsiteX1" fmla="*/ 231172 w 554079"/>
              <a:gd name="connsiteY1" fmla="*/ 350339 h 607568"/>
              <a:gd name="connsiteX2" fmla="*/ 225601 w 554079"/>
              <a:gd name="connsiteY2" fmla="*/ 376386 h 607568"/>
              <a:gd name="connsiteX3" fmla="*/ 208890 w 554079"/>
              <a:gd name="connsiteY3" fmla="*/ 355622 h 607568"/>
              <a:gd name="connsiteX4" fmla="*/ 152351 w 554079"/>
              <a:gd name="connsiteY4" fmla="*/ 328277 h 607568"/>
              <a:gd name="connsiteX5" fmla="*/ 145202 w 554079"/>
              <a:gd name="connsiteY5" fmla="*/ 328648 h 607568"/>
              <a:gd name="connsiteX6" fmla="*/ 83927 w 554079"/>
              <a:gd name="connsiteY6" fmla="*/ 378425 h 607568"/>
              <a:gd name="connsiteX7" fmla="*/ 82349 w 554079"/>
              <a:gd name="connsiteY7" fmla="*/ 422919 h 607568"/>
              <a:gd name="connsiteX8" fmla="*/ 85320 w 554079"/>
              <a:gd name="connsiteY8" fmla="*/ 434043 h 607568"/>
              <a:gd name="connsiteX9" fmla="*/ 74551 w 554079"/>
              <a:gd name="connsiteY9" fmla="*/ 438121 h 607568"/>
              <a:gd name="connsiteX10" fmla="*/ 25345 w 554079"/>
              <a:gd name="connsiteY10" fmla="*/ 509867 h 607568"/>
              <a:gd name="connsiteX11" fmla="*/ 100824 w 554079"/>
              <a:gd name="connsiteY11" fmla="*/ 582262 h 607568"/>
              <a:gd name="connsiteX12" fmla="*/ 431521 w 554079"/>
              <a:gd name="connsiteY12" fmla="*/ 582262 h 607568"/>
              <a:gd name="connsiteX13" fmla="*/ 507000 w 554079"/>
              <a:gd name="connsiteY13" fmla="*/ 509867 h 607568"/>
              <a:gd name="connsiteX14" fmla="*/ 439505 w 554079"/>
              <a:gd name="connsiteY14" fmla="*/ 433764 h 607568"/>
              <a:gd name="connsiteX15" fmla="*/ 422237 w 554079"/>
              <a:gd name="connsiteY15" fmla="*/ 432096 h 607568"/>
              <a:gd name="connsiteX16" fmla="*/ 429014 w 554079"/>
              <a:gd name="connsiteY16" fmla="*/ 416245 h 607568"/>
              <a:gd name="connsiteX17" fmla="*/ 437648 w 554079"/>
              <a:gd name="connsiteY17" fmla="*/ 366838 h 607568"/>
              <a:gd name="connsiteX18" fmla="*/ 334131 w 554079"/>
              <a:gd name="connsiteY18" fmla="*/ 266357 h 607568"/>
              <a:gd name="connsiteX19" fmla="*/ 333296 w 554079"/>
              <a:gd name="connsiteY19" fmla="*/ 266357 h 607568"/>
              <a:gd name="connsiteX20" fmla="*/ 333296 w 554079"/>
              <a:gd name="connsiteY20" fmla="*/ 241051 h 607568"/>
              <a:gd name="connsiteX21" fmla="*/ 334317 w 554079"/>
              <a:gd name="connsiteY21" fmla="*/ 241051 h 607568"/>
              <a:gd name="connsiteX22" fmla="*/ 462993 w 554079"/>
              <a:gd name="connsiteY22" fmla="*/ 365448 h 607568"/>
              <a:gd name="connsiteX23" fmla="*/ 457702 w 554079"/>
              <a:gd name="connsiteY23" fmla="*/ 411425 h 607568"/>
              <a:gd name="connsiteX24" fmla="*/ 532345 w 554079"/>
              <a:gd name="connsiteY24" fmla="*/ 509867 h 607568"/>
              <a:gd name="connsiteX25" fmla="*/ 431521 w 554079"/>
              <a:gd name="connsiteY25" fmla="*/ 607568 h 607568"/>
              <a:gd name="connsiteX26" fmla="*/ 100824 w 554079"/>
              <a:gd name="connsiteY26" fmla="*/ 607568 h 607568"/>
              <a:gd name="connsiteX27" fmla="*/ 0 w 554079"/>
              <a:gd name="connsiteY27" fmla="*/ 509867 h 607568"/>
              <a:gd name="connsiteX28" fmla="*/ 55518 w 554079"/>
              <a:gd name="connsiteY28" fmla="*/ 418841 h 607568"/>
              <a:gd name="connsiteX29" fmla="*/ 59975 w 554079"/>
              <a:gd name="connsiteY29" fmla="*/ 369990 h 607568"/>
              <a:gd name="connsiteX30" fmla="*/ 142695 w 554079"/>
              <a:gd name="connsiteY30" fmla="*/ 303435 h 607568"/>
              <a:gd name="connsiteX31" fmla="*/ 212697 w 554079"/>
              <a:gd name="connsiteY31" fmla="*/ 324013 h 607568"/>
              <a:gd name="connsiteX32" fmla="*/ 333296 w 554079"/>
              <a:gd name="connsiteY32" fmla="*/ 241051 h 607568"/>
              <a:gd name="connsiteX33" fmla="*/ 329494 w 554079"/>
              <a:gd name="connsiteY33" fmla="*/ 154679 h 607568"/>
              <a:gd name="connsiteX34" fmla="*/ 447032 w 554079"/>
              <a:gd name="connsiteY34" fmla="*/ 204416 h 607568"/>
              <a:gd name="connsiteX35" fmla="*/ 428835 w 554079"/>
              <a:gd name="connsiteY35" fmla="*/ 222140 h 607568"/>
              <a:gd name="connsiteX36" fmla="*/ 329494 w 554079"/>
              <a:gd name="connsiteY36" fmla="*/ 180012 h 607568"/>
              <a:gd name="connsiteX37" fmla="*/ 230153 w 554079"/>
              <a:gd name="connsiteY37" fmla="*/ 222140 h 607568"/>
              <a:gd name="connsiteX38" fmla="*/ 212049 w 554079"/>
              <a:gd name="connsiteY38" fmla="*/ 204416 h 607568"/>
              <a:gd name="connsiteX39" fmla="*/ 329494 w 554079"/>
              <a:gd name="connsiteY39" fmla="*/ 154679 h 607568"/>
              <a:gd name="connsiteX40" fmla="*/ 329516 w 554079"/>
              <a:gd name="connsiteY40" fmla="*/ 77457 h 607568"/>
              <a:gd name="connsiteX41" fmla="*/ 422145 w 554079"/>
              <a:gd name="connsiteY41" fmla="*/ 96017 h 607568"/>
              <a:gd name="connsiteX42" fmla="*/ 500520 w 554079"/>
              <a:gd name="connsiteY42" fmla="*/ 149679 h 607568"/>
              <a:gd name="connsiteX43" fmla="*/ 482412 w 554079"/>
              <a:gd name="connsiteY43" fmla="*/ 167381 h 607568"/>
              <a:gd name="connsiteX44" fmla="*/ 412302 w 554079"/>
              <a:gd name="connsiteY44" fmla="*/ 119372 h 607568"/>
              <a:gd name="connsiteX45" fmla="*/ 246730 w 554079"/>
              <a:gd name="connsiteY45" fmla="*/ 119372 h 607568"/>
              <a:gd name="connsiteX46" fmla="*/ 176620 w 554079"/>
              <a:gd name="connsiteY46" fmla="*/ 167381 h 607568"/>
              <a:gd name="connsiteX47" fmla="*/ 158419 w 554079"/>
              <a:gd name="connsiteY47" fmla="*/ 149679 h 607568"/>
              <a:gd name="connsiteX48" fmla="*/ 236887 w 554079"/>
              <a:gd name="connsiteY48" fmla="*/ 96017 h 607568"/>
              <a:gd name="connsiteX49" fmla="*/ 329516 w 554079"/>
              <a:gd name="connsiteY49" fmla="*/ 77457 h 607568"/>
              <a:gd name="connsiteX50" fmla="*/ 329494 w 554079"/>
              <a:gd name="connsiteY50" fmla="*/ 0 h 607568"/>
              <a:gd name="connsiteX51" fmla="*/ 554079 w 554079"/>
              <a:gd name="connsiteY51" fmla="*/ 94992 h 607568"/>
              <a:gd name="connsiteX52" fmla="*/ 535975 w 554079"/>
              <a:gd name="connsiteY52" fmla="*/ 112693 h 607568"/>
              <a:gd name="connsiteX53" fmla="*/ 329494 w 554079"/>
              <a:gd name="connsiteY53" fmla="*/ 25300 h 607568"/>
              <a:gd name="connsiteX54" fmla="*/ 123105 w 554079"/>
              <a:gd name="connsiteY54" fmla="*/ 112693 h 607568"/>
              <a:gd name="connsiteX55" fmla="*/ 105001 w 554079"/>
              <a:gd name="connsiteY55" fmla="*/ 94992 h 607568"/>
              <a:gd name="connsiteX56" fmla="*/ 329494 w 554079"/>
              <a:gd name="connsiteY56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554079" h="607568">
                <a:moveTo>
                  <a:pt x="333296" y="266357"/>
                </a:moveTo>
                <a:cubicBezTo>
                  <a:pt x="284462" y="266357"/>
                  <a:pt x="241570" y="301581"/>
                  <a:pt x="231172" y="350339"/>
                </a:cubicBezTo>
                <a:lnTo>
                  <a:pt x="225601" y="376386"/>
                </a:lnTo>
                <a:lnTo>
                  <a:pt x="208890" y="355622"/>
                </a:lnTo>
                <a:cubicBezTo>
                  <a:pt x="194871" y="338196"/>
                  <a:pt x="174168" y="328277"/>
                  <a:pt x="152351" y="328277"/>
                </a:cubicBezTo>
                <a:cubicBezTo>
                  <a:pt x="150030" y="328277"/>
                  <a:pt x="147616" y="328463"/>
                  <a:pt x="145202" y="328648"/>
                </a:cubicBezTo>
                <a:cubicBezTo>
                  <a:pt x="117721" y="331336"/>
                  <a:pt x="93583" y="350895"/>
                  <a:pt x="83927" y="378425"/>
                </a:cubicBezTo>
                <a:cubicBezTo>
                  <a:pt x="78728" y="392886"/>
                  <a:pt x="78264" y="407902"/>
                  <a:pt x="82349" y="422919"/>
                </a:cubicBezTo>
                <a:lnTo>
                  <a:pt x="85320" y="434043"/>
                </a:lnTo>
                <a:lnTo>
                  <a:pt x="74551" y="438121"/>
                </a:lnTo>
                <a:cubicBezTo>
                  <a:pt x="45120" y="449059"/>
                  <a:pt x="25345" y="477887"/>
                  <a:pt x="25345" y="509867"/>
                </a:cubicBezTo>
                <a:cubicBezTo>
                  <a:pt x="25345" y="552507"/>
                  <a:pt x="56354" y="582262"/>
                  <a:pt x="100824" y="582262"/>
                </a:cubicBezTo>
                <a:lnTo>
                  <a:pt x="431521" y="582262"/>
                </a:lnTo>
                <a:cubicBezTo>
                  <a:pt x="475898" y="582262"/>
                  <a:pt x="507000" y="552507"/>
                  <a:pt x="507000" y="509867"/>
                </a:cubicBezTo>
                <a:cubicBezTo>
                  <a:pt x="507000" y="470286"/>
                  <a:pt x="477941" y="437565"/>
                  <a:pt x="439505" y="433764"/>
                </a:cubicBezTo>
                <a:lnTo>
                  <a:pt x="422237" y="432096"/>
                </a:lnTo>
                <a:lnTo>
                  <a:pt x="429014" y="416245"/>
                </a:lnTo>
                <a:cubicBezTo>
                  <a:pt x="435791" y="400580"/>
                  <a:pt x="438669" y="383987"/>
                  <a:pt x="437648" y="366838"/>
                </a:cubicBezTo>
                <a:cubicBezTo>
                  <a:pt x="434492" y="311870"/>
                  <a:pt x="387979" y="266820"/>
                  <a:pt x="334131" y="266357"/>
                </a:cubicBezTo>
                <a:cubicBezTo>
                  <a:pt x="333853" y="266357"/>
                  <a:pt x="333574" y="266357"/>
                  <a:pt x="333296" y="266357"/>
                </a:cubicBezTo>
                <a:close/>
                <a:moveTo>
                  <a:pt x="333296" y="241051"/>
                </a:moveTo>
                <a:cubicBezTo>
                  <a:pt x="333667" y="241051"/>
                  <a:pt x="333946" y="241051"/>
                  <a:pt x="334317" y="241051"/>
                </a:cubicBezTo>
                <a:cubicBezTo>
                  <a:pt x="401255" y="241607"/>
                  <a:pt x="459001" y="297410"/>
                  <a:pt x="462993" y="365448"/>
                </a:cubicBezTo>
                <a:cubicBezTo>
                  <a:pt x="463922" y="381114"/>
                  <a:pt x="462158" y="396594"/>
                  <a:pt x="457702" y="411425"/>
                </a:cubicBezTo>
                <a:cubicBezTo>
                  <a:pt x="501151" y="422826"/>
                  <a:pt x="532345" y="462685"/>
                  <a:pt x="532345" y="509867"/>
                </a:cubicBezTo>
                <a:cubicBezTo>
                  <a:pt x="532345" y="566504"/>
                  <a:pt x="489917" y="607568"/>
                  <a:pt x="431521" y="607568"/>
                </a:cubicBezTo>
                <a:lnTo>
                  <a:pt x="100824" y="607568"/>
                </a:lnTo>
                <a:cubicBezTo>
                  <a:pt x="42335" y="607568"/>
                  <a:pt x="0" y="566504"/>
                  <a:pt x="0" y="509867"/>
                </a:cubicBezTo>
                <a:cubicBezTo>
                  <a:pt x="0" y="471213"/>
                  <a:pt x="21910" y="435804"/>
                  <a:pt x="55518" y="418841"/>
                </a:cubicBezTo>
                <a:cubicBezTo>
                  <a:pt x="52826" y="402341"/>
                  <a:pt x="54311" y="385934"/>
                  <a:pt x="59975" y="369990"/>
                </a:cubicBezTo>
                <a:cubicBezTo>
                  <a:pt x="72972" y="333283"/>
                  <a:pt x="105466" y="307143"/>
                  <a:pt x="142695" y="303435"/>
                </a:cubicBezTo>
                <a:cubicBezTo>
                  <a:pt x="168133" y="300932"/>
                  <a:pt x="193107" y="308440"/>
                  <a:pt x="212697" y="324013"/>
                </a:cubicBezTo>
                <a:cubicBezTo>
                  <a:pt x="232286" y="274792"/>
                  <a:pt x="279913" y="241051"/>
                  <a:pt x="333296" y="241051"/>
                </a:cubicBezTo>
                <a:close/>
                <a:moveTo>
                  <a:pt x="329494" y="154679"/>
                </a:moveTo>
                <a:cubicBezTo>
                  <a:pt x="373965" y="154679"/>
                  <a:pt x="415651" y="172403"/>
                  <a:pt x="447032" y="204416"/>
                </a:cubicBezTo>
                <a:lnTo>
                  <a:pt x="428835" y="222140"/>
                </a:lnTo>
                <a:cubicBezTo>
                  <a:pt x="402282" y="194951"/>
                  <a:pt x="367002" y="180012"/>
                  <a:pt x="329494" y="180012"/>
                </a:cubicBezTo>
                <a:cubicBezTo>
                  <a:pt x="291986" y="180012"/>
                  <a:pt x="256706" y="194951"/>
                  <a:pt x="230153" y="222140"/>
                </a:cubicBezTo>
                <a:lnTo>
                  <a:pt x="212049" y="204416"/>
                </a:lnTo>
                <a:cubicBezTo>
                  <a:pt x="243430" y="172403"/>
                  <a:pt x="285116" y="154679"/>
                  <a:pt x="329494" y="154679"/>
                </a:cubicBezTo>
                <a:close/>
                <a:moveTo>
                  <a:pt x="329516" y="77457"/>
                </a:moveTo>
                <a:cubicBezTo>
                  <a:pt x="361182" y="77457"/>
                  <a:pt x="392848" y="83644"/>
                  <a:pt x="422145" y="96017"/>
                </a:cubicBezTo>
                <a:cubicBezTo>
                  <a:pt x="451489" y="108436"/>
                  <a:pt x="477862" y="126509"/>
                  <a:pt x="500520" y="149679"/>
                </a:cubicBezTo>
                <a:lnTo>
                  <a:pt x="482412" y="167381"/>
                </a:lnTo>
                <a:cubicBezTo>
                  <a:pt x="462075" y="146621"/>
                  <a:pt x="438489" y="130401"/>
                  <a:pt x="412302" y="119372"/>
                </a:cubicBezTo>
                <a:cubicBezTo>
                  <a:pt x="359928" y="97222"/>
                  <a:pt x="299104" y="97222"/>
                  <a:pt x="246730" y="119372"/>
                </a:cubicBezTo>
                <a:cubicBezTo>
                  <a:pt x="220543" y="130401"/>
                  <a:pt x="196956" y="146621"/>
                  <a:pt x="176620" y="167381"/>
                </a:cubicBezTo>
                <a:lnTo>
                  <a:pt x="158419" y="149679"/>
                </a:lnTo>
                <a:cubicBezTo>
                  <a:pt x="181170" y="126509"/>
                  <a:pt x="207543" y="108436"/>
                  <a:pt x="236887" y="96017"/>
                </a:cubicBezTo>
                <a:cubicBezTo>
                  <a:pt x="266185" y="83644"/>
                  <a:pt x="297850" y="77457"/>
                  <a:pt x="329516" y="77457"/>
                </a:cubicBezTo>
                <a:close/>
                <a:moveTo>
                  <a:pt x="329494" y="0"/>
                </a:moveTo>
                <a:cubicBezTo>
                  <a:pt x="414351" y="0"/>
                  <a:pt x="494103" y="33734"/>
                  <a:pt x="554079" y="94992"/>
                </a:cubicBezTo>
                <a:lnTo>
                  <a:pt x="535975" y="112693"/>
                </a:lnTo>
                <a:cubicBezTo>
                  <a:pt x="480826" y="56347"/>
                  <a:pt x="407481" y="25300"/>
                  <a:pt x="329494" y="25300"/>
                </a:cubicBezTo>
                <a:cubicBezTo>
                  <a:pt x="251599" y="25300"/>
                  <a:pt x="178254" y="56347"/>
                  <a:pt x="123105" y="112693"/>
                </a:cubicBezTo>
                <a:lnTo>
                  <a:pt x="105001" y="94992"/>
                </a:lnTo>
                <a:cubicBezTo>
                  <a:pt x="164977" y="33734"/>
                  <a:pt x="244729" y="0"/>
                  <a:pt x="329494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3" name="wifi-signal_64240">
            <a:extLst>
              <a:ext uri="{FF2B5EF4-FFF2-40B4-BE49-F238E27FC236}">
                <a16:creationId xmlns:a16="http://schemas.microsoft.com/office/drawing/2014/main" id="{0CDE2EC8-CB2D-4574-B8B5-D535476862D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8644266" y="943378"/>
            <a:ext cx="2947530" cy="2088959"/>
          </a:xfrm>
          <a:custGeom>
            <a:avLst/>
            <a:gdLst>
              <a:gd name="connsiteX0" fmla="*/ 304032 w 608062"/>
              <a:gd name="connsiteY0" fmla="*/ 356779 h 430943"/>
              <a:gd name="connsiteX1" fmla="*/ 351777 w 608062"/>
              <a:gd name="connsiteY1" fmla="*/ 376570 h 430943"/>
              <a:gd name="connsiteX2" fmla="*/ 351777 w 608062"/>
              <a:gd name="connsiteY2" fmla="*/ 385965 h 430943"/>
              <a:gd name="connsiteX3" fmla="*/ 308736 w 608062"/>
              <a:gd name="connsiteY3" fmla="*/ 428944 h 430943"/>
              <a:gd name="connsiteX4" fmla="*/ 304032 w 608062"/>
              <a:gd name="connsiteY4" fmla="*/ 430943 h 430943"/>
              <a:gd name="connsiteX5" fmla="*/ 299327 w 608062"/>
              <a:gd name="connsiteY5" fmla="*/ 428944 h 430943"/>
              <a:gd name="connsiteX6" fmla="*/ 256286 w 608062"/>
              <a:gd name="connsiteY6" fmla="*/ 385965 h 430943"/>
              <a:gd name="connsiteX7" fmla="*/ 256286 w 608062"/>
              <a:gd name="connsiteY7" fmla="*/ 376570 h 430943"/>
              <a:gd name="connsiteX8" fmla="*/ 304032 w 608062"/>
              <a:gd name="connsiteY8" fmla="*/ 356779 h 430943"/>
              <a:gd name="connsiteX9" fmla="*/ 304013 w 608062"/>
              <a:gd name="connsiteY9" fmla="*/ 233219 h 430943"/>
              <a:gd name="connsiteX10" fmla="*/ 440761 w 608062"/>
              <a:gd name="connsiteY10" fmla="*/ 289982 h 430943"/>
              <a:gd name="connsiteX11" fmla="*/ 440761 w 608062"/>
              <a:gd name="connsiteY11" fmla="*/ 299376 h 430943"/>
              <a:gd name="connsiteX12" fmla="*/ 396746 w 608062"/>
              <a:gd name="connsiteY12" fmla="*/ 343348 h 430943"/>
              <a:gd name="connsiteX13" fmla="*/ 392044 w 608062"/>
              <a:gd name="connsiteY13" fmla="*/ 345347 h 430943"/>
              <a:gd name="connsiteX14" fmla="*/ 387342 w 608062"/>
              <a:gd name="connsiteY14" fmla="*/ 343348 h 430943"/>
              <a:gd name="connsiteX15" fmla="*/ 304013 w 608062"/>
              <a:gd name="connsiteY15" fmla="*/ 308770 h 430943"/>
              <a:gd name="connsiteX16" fmla="*/ 220684 w 608062"/>
              <a:gd name="connsiteY16" fmla="*/ 343348 h 430943"/>
              <a:gd name="connsiteX17" fmla="*/ 215982 w 608062"/>
              <a:gd name="connsiteY17" fmla="*/ 345347 h 430943"/>
              <a:gd name="connsiteX18" fmla="*/ 211280 w 608062"/>
              <a:gd name="connsiteY18" fmla="*/ 343348 h 430943"/>
              <a:gd name="connsiteX19" fmla="*/ 167165 w 608062"/>
              <a:gd name="connsiteY19" fmla="*/ 299376 h 430943"/>
              <a:gd name="connsiteX20" fmla="*/ 165264 w 608062"/>
              <a:gd name="connsiteY20" fmla="*/ 294679 h 430943"/>
              <a:gd name="connsiteX21" fmla="*/ 167165 w 608062"/>
              <a:gd name="connsiteY21" fmla="*/ 289982 h 430943"/>
              <a:gd name="connsiteX22" fmla="*/ 304013 w 608062"/>
              <a:gd name="connsiteY22" fmla="*/ 233219 h 430943"/>
              <a:gd name="connsiteX23" fmla="*/ 304064 w 608062"/>
              <a:gd name="connsiteY23" fmla="*/ 116645 h 430943"/>
              <a:gd name="connsiteX24" fmla="*/ 523459 w 608062"/>
              <a:gd name="connsiteY24" fmla="*/ 207446 h 430943"/>
              <a:gd name="connsiteX25" fmla="*/ 525360 w 608062"/>
              <a:gd name="connsiteY25" fmla="*/ 212141 h 430943"/>
              <a:gd name="connsiteX26" fmla="*/ 523459 w 608062"/>
              <a:gd name="connsiteY26" fmla="*/ 216936 h 430943"/>
              <a:gd name="connsiteX27" fmla="*/ 479440 w 608062"/>
              <a:gd name="connsiteY27" fmla="*/ 260888 h 430943"/>
              <a:gd name="connsiteX28" fmla="*/ 474638 w 608062"/>
              <a:gd name="connsiteY28" fmla="*/ 262786 h 430943"/>
              <a:gd name="connsiteX29" fmla="*/ 469936 w 608062"/>
              <a:gd name="connsiteY29" fmla="*/ 260888 h 430943"/>
              <a:gd name="connsiteX30" fmla="*/ 304064 w 608062"/>
              <a:gd name="connsiteY30" fmla="*/ 192163 h 430943"/>
              <a:gd name="connsiteX31" fmla="*/ 138192 w 608062"/>
              <a:gd name="connsiteY31" fmla="*/ 260888 h 430943"/>
              <a:gd name="connsiteX32" fmla="*/ 133390 w 608062"/>
              <a:gd name="connsiteY32" fmla="*/ 262786 h 430943"/>
              <a:gd name="connsiteX33" fmla="*/ 128688 w 608062"/>
              <a:gd name="connsiteY33" fmla="*/ 260888 h 430943"/>
              <a:gd name="connsiteX34" fmla="*/ 84669 w 608062"/>
              <a:gd name="connsiteY34" fmla="*/ 216936 h 430943"/>
              <a:gd name="connsiteX35" fmla="*/ 84669 w 608062"/>
              <a:gd name="connsiteY35" fmla="*/ 207446 h 430943"/>
              <a:gd name="connsiteX36" fmla="*/ 304064 w 608062"/>
              <a:gd name="connsiteY36" fmla="*/ 116645 h 430943"/>
              <a:gd name="connsiteX37" fmla="*/ 304031 w 608062"/>
              <a:gd name="connsiteY37" fmla="*/ 0 h 430943"/>
              <a:gd name="connsiteX38" fmla="*/ 606061 w 608062"/>
              <a:gd name="connsiteY38" fmla="*/ 124937 h 430943"/>
              <a:gd name="connsiteX39" fmla="*/ 606862 w 608062"/>
              <a:gd name="connsiteY39" fmla="*/ 125836 h 430943"/>
              <a:gd name="connsiteX40" fmla="*/ 608062 w 608062"/>
              <a:gd name="connsiteY40" fmla="*/ 129631 h 430943"/>
              <a:gd name="connsiteX41" fmla="*/ 606061 w 608062"/>
              <a:gd name="connsiteY41" fmla="*/ 134325 h 430943"/>
              <a:gd name="connsiteX42" fmla="*/ 561942 w 608062"/>
              <a:gd name="connsiteY42" fmla="*/ 178367 h 430943"/>
              <a:gd name="connsiteX43" fmla="*/ 557240 w 608062"/>
              <a:gd name="connsiteY43" fmla="*/ 180365 h 430943"/>
              <a:gd name="connsiteX44" fmla="*/ 552538 w 608062"/>
              <a:gd name="connsiteY44" fmla="*/ 178367 h 430943"/>
              <a:gd name="connsiteX45" fmla="*/ 304031 w 608062"/>
              <a:gd name="connsiteY45" fmla="*/ 75501 h 430943"/>
              <a:gd name="connsiteX46" fmla="*/ 55524 w 608062"/>
              <a:gd name="connsiteY46" fmla="*/ 178367 h 430943"/>
              <a:gd name="connsiteX47" fmla="*/ 50822 w 608062"/>
              <a:gd name="connsiteY47" fmla="*/ 180365 h 430943"/>
              <a:gd name="connsiteX48" fmla="*/ 46120 w 608062"/>
              <a:gd name="connsiteY48" fmla="*/ 178367 h 430943"/>
              <a:gd name="connsiteX49" fmla="*/ 2001 w 608062"/>
              <a:gd name="connsiteY49" fmla="*/ 134325 h 430943"/>
              <a:gd name="connsiteX50" fmla="*/ 0 w 608062"/>
              <a:gd name="connsiteY50" fmla="*/ 129631 h 430943"/>
              <a:gd name="connsiteX51" fmla="*/ 2001 w 608062"/>
              <a:gd name="connsiteY51" fmla="*/ 124837 h 430943"/>
              <a:gd name="connsiteX52" fmla="*/ 304031 w 608062"/>
              <a:gd name="connsiteY52" fmla="*/ 0 h 430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062" h="430943">
                <a:moveTo>
                  <a:pt x="304032" y="356779"/>
                </a:moveTo>
                <a:cubicBezTo>
                  <a:pt x="322049" y="356779"/>
                  <a:pt x="339065" y="363876"/>
                  <a:pt x="351777" y="376570"/>
                </a:cubicBezTo>
                <a:cubicBezTo>
                  <a:pt x="354380" y="379168"/>
                  <a:pt x="354380" y="383366"/>
                  <a:pt x="351777" y="385965"/>
                </a:cubicBezTo>
                <a:lnTo>
                  <a:pt x="308736" y="428944"/>
                </a:lnTo>
                <a:cubicBezTo>
                  <a:pt x="307535" y="430244"/>
                  <a:pt x="305833" y="430943"/>
                  <a:pt x="304032" y="430943"/>
                </a:cubicBezTo>
                <a:cubicBezTo>
                  <a:pt x="302230" y="430943"/>
                  <a:pt x="300528" y="430244"/>
                  <a:pt x="299327" y="428944"/>
                </a:cubicBezTo>
                <a:lnTo>
                  <a:pt x="256286" y="385965"/>
                </a:lnTo>
                <a:cubicBezTo>
                  <a:pt x="253683" y="383366"/>
                  <a:pt x="253683" y="379168"/>
                  <a:pt x="256286" y="376570"/>
                </a:cubicBezTo>
                <a:cubicBezTo>
                  <a:pt x="268998" y="363876"/>
                  <a:pt x="286014" y="356779"/>
                  <a:pt x="304032" y="356779"/>
                </a:cubicBezTo>
                <a:close/>
                <a:moveTo>
                  <a:pt x="304013" y="233219"/>
                </a:moveTo>
                <a:cubicBezTo>
                  <a:pt x="355631" y="233219"/>
                  <a:pt x="404248" y="253406"/>
                  <a:pt x="440761" y="289982"/>
                </a:cubicBezTo>
                <a:cubicBezTo>
                  <a:pt x="443362" y="292581"/>
                  <a:pt x="443362" y="296778"/>
                  <a:pt x="440761" y="299376"/>
                </a:cubicBezTo>
                <a:lnTo>
                  <a:pt x="396746" y="343348"/>
                </a:lnTo>
                <a:cubicBezTo>
                  <a:pt x="395545" y="344547"/>
                  <a:pt x="393845" y="345347"/>
                  <a:pt x="392044" y="345347"/>
                </a:cubicBezTo>
                <a:cubicBezTo>
                  <a:pt x="390343" y="345347"/>
                  <a:pt x="388643" y="344547"/>
                  <a:pt x="387342" y="343348"/>
                </a:cubicBezTo>
                <a:cubicBezTo>
                  <a:pt x="365034" y="321062"/>
                  <a:pt x="335424" y="308770"/>
                  <a:pt x="304013" y="308770"/>
                </a:cubicBezTo>
                <a:cubicBezTo>
                  <a:pt x="272602" y="308770"/>
                  <a:pt x="242991" y="321062"/>
                  <a:pt x="220684" y="343348"/>
                </a:cubicBezTo>
                <a:cubicBezTo>
                  <a:pt x="219383" y="344547"/>
                  <a:pt x="217682" y="345347"/>
                  <a:pt x="215982" y="345347"/>
                </a:cubicBezTo>
                <a:cubicBezTo>
                  <a:pt x="214181" y="345347"/>
                  <a:pt x="212481" y="344547"/>
                  <a:pt x="211280" y="343348"/>
                </a:cubicBezTo>
                <a:lnTo>
                  <a:pt x="167165" y="299376"/>
                </a:lnTo>
                <a:cubicBezTo>
                  <a:pt x="165964" y="298077"/>
                  <a:pt x="165264" y="296378"/>
                  <a:pt x="165264" y="294679"/>
                </a:cubicBezTo>
                <a:cubicBezTo>
                  <a:pt x="165264" y="292880"/>
                  <a:pt x="165964" y="291182"/>
                  <a:pt x="167165" y="289982"/>
                </a:cubicBezTo>
                <a:cubicBezTo>
                  <a:pt x="203778" y="253406"/>
                  <a:pt x="252395" y="233219"/>
                  <a:pt x="304013" y="233219"/>
                </a:cubicBezTo>
                <a:close/>
                <a:moveTo>
                  <a:pt x="304064" y="116645"/>
                </a:moveTo>
                <a:cubicBezTo>
                  <a:pt x="386800" y="116645"/>
                  <a:pt x="464734" y="148910"/>
                  <a:pt x="523459" y="207446"/>
                </a:cubicBezTo>
                <a:cubicBezTo>
                  <a:pt x="524660" y="208745"/>
                  <a:pt x="525360" y="210443"/>
                  <a:pt x="525360" y="212141"/>
                </a:cubicBezTo>
                <a:cubicBezTo>
                  <a:pt x="525360" y="213939"/>
                  <a:pt x="524660" y="215637"/>
                  <a:pt x="523459" y="216936"/>
                </a:cubicBezTo>
                <a:lnTo>
                  <a:pt x="479440" y="260888"/>
                </a:lnTo>
                <a:cubicBezTo>
                  <a:pt x="478140" y="262087"/>
                  <a:pt x="476439" y="262786"/>
                  <a:pt x="474638" y="262786"/>
                </a:cubicBezTo>
                <a:cubicBezTo>
                  <a:pt x="472937" y="262786"/>
                  <a:pt x="471237" y="262087"/>
                  <a:pt x="469936" y="260888"/>
                </a:cubicBezTo>
                <a:cubicBezTo>
                  <a:pt x="425617" y="216536"/>
                  <a:pt x="366691" y="192163"/>
                  <a:pt x="304064" y="192163"/>
                </a:cubicBezTo>
                <a:cubicBezTo>
                  <a:pt x="241437" y="192163"/>
                  <a:pt x="182512" y="216536"/>
                  <a:pt x="138192" y="260888"/>
                </a:cubicBezTo>
                <a:cubicBezTo>
                  <a:pt x="136892" y="262087"/>
                  <a:pt x="135191" y="262786"/>
                  <a:pt x="133390" y="262786"/>
                </a:cubicBezTo>
                <a:cubicBezTo>
                  <a:pt x="131689" y="262786"/>
                  <a:pt x="129989" y="262087"/>
                  <a:pt x="128688" y="260888"/>
                </a:cubicBezTo>
                <a:lnTo>
                  <a:pt x="84669" y="216936"/>
                </a:lnTo>
                <a:cubicBezTo>
                  <a:pt x="82068" y="214338"/>
                  <a:pt x="82068" y="210043"/>
                  <a:pt x="84669" y="207446"/>
                </a:cubicBezTo>
                <a:cubicBezTo>
                  <a:pt x="143395" y="148910"/>
                  <a:pt x="221328" y="116645"/>
                  <a:pt x="304064" y="116645"/>
                </a:cubicBezTo>
                <a:close/>
                <a:moveTo>
                  <a:pt x="304031" y="0"/>
                </a:moveTo>
                <a:cubicBezTo>
                  <a:pt x="418080" y="0"/>
                  <a:pt x="525426" y="44342"/>
                  <a:pt x="606061" y="124937"/>
                </a:cubicBezTo>
                <a:cubicBezTo>
                  <a:pt x="606361" y="125237"/>
                  <a:pt x="606661" y="125536"/>
                  <a:pt x="606862" y="125836"/>
                </a:cubicBezTo>
                <a:cubicBezTo>
                  <a:pt x="607662" y="126934"/>
                  <a:pt x="608062" y="128233"/>
                  <a:pt x="608062" y="129631"/>
                </a:cubicBezTo>
                <a:cubicBezTo>
                  <a:pt x="608062" y="131429"/>
                  <a:pt x="607362" y="133026"/>
                  <a:pt x="606061" y="134325"/>
                </a:cubicBezTo>
                <a:lnTo>
                  <a:pt x="561942" y="178367"/>
                </a:lnTo>
                <a:cubicBezTo>
                  <a:pt x="560642" y="179666"/>
                  <a:pt x="558941" y="180365"/>
                  <a:pt x="557240" y="180365"/>
                </a:cubicBezTo>
                <a:cubicBezTo>
                  <a:pt x="555439" y="180365"/>
                  <a:pt x="553739" y="179666"/>
                  <a:pt x="552538" y="178367"/>
                </a:cubicBezTo>
                <a:cubicBezTo>
                  <a:pt x="486009" y="112054"/>
                  <a:pt x="397771" y="75501"/>
                  <a:pt x="304031" y="75501"/>
                </a:cubicBezTo>
                <a:cubicBezTo>
                  <a:pt x="210291" y="75501"/>
                  <a:pt x="122053" y="112054"/>
                  <a:pt x="55524" y="178367"/>
                </a:cubicBezTo>
                <a:cubicBezTo>
                  <a:pt x="54323" y="179666"/>
                  <a:pt x="52623" y="180365"/>
                  <a:pt x="50822" y="180365"/>
                </a:cubicBezTo>
                <a:cubicBezTo>
                  <a:pt x="49021" y="180365"/>
                  <a:pt x="47420" y="179666"/>
                  <a:pt x="46120" y="178367"/>
                </a:cubicBezTo>
                <a:lnTo>
                  <a:pt x="2001" y="134325"/>
                </a:lnTo>
                <a:cubicBezTo>
                  <a:pt x="700" y="133026"/>
                  <a:pt x="0" y="131429"/>
                  <a:pt x="0" y="129631"/>
                </a:cubicBezTo>
                <a:cubicBezTo>
                  <a:pt x="0" y="127833"/>
                  <a:pt x="700" y="126135"/>
                  <a:pt x="2001" y="124837"/>
                </a:cubicBezTo>
                <a:cubicBezTo>
                  <a:pt x="82636" y="44342"/>
                  <a:pt x="189882" y="0"/>
                  <a:pt x="304031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4" name="wifi_346581">
            <a:extLst>
              <a:ext uri="{FF2B5EF4-FFF2-40B4-BE49-F238E27FC236}">
                <a16:creationId xmlns:a16="http://schemas.microsoft.com/office/drawing/2014/main" id="{174ECEEA-AEC9-41DC-88B8-42B002DC6FD6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7351966" y="5316880"/>
            <a:ext cx="812913" cy="573699"/>
          </a:xfrm>
          <a:custGeom>
            <a:avLst/>
            <a:gdLst>
              <a:gd name="connsiteX0" fmla="*/ 303432 w 606933"/>
              <a:gd name="connsiteY0" fmla="*/ 138802 h 428332"/>
              <a:gd name="connsiteX1" fmla="*/ 378867 w 606933"/>
              <a:gd name="connsiteY1" fmla="*/ 214131 h 428332"/>
              <a:gd name="connsiteX2" fmla="*/ 303432 w 606933"/>
              <a:gd name="connsiteY2" fmla="*/ 289460 h 428332"/>
              <a:gd name="connsiteX3" fmla="*/ 227997 w 606933"/>
              <a:gd name="connsiteY3" fmla="*/ 214131 h 428332"/>
              <a:gd name="connsiteX4" fmla="*/ 303432 w 606933"/>
              <a:gd name="connsiteY4" fmla="*/ 138802 h 428332"/>
              <a:gd name="connsiteX5" fmla="*/ 416257 w 606933"/>
              <a:gd name="connsiteY5" fmla="*/ 101544 h 428332"/>
              <a:gd name="connsiteX6" fmla="*/ 463050 w 606933"/>
              <a:gd name="connsiteY6" fmla="*/ 214167 h 428332"/>
              <a:gd name="connsiteX7" fmla="*/ 416257 w 606933"/>
              <a:gd name="connsiteY7" fmla="*/ 326789 h 428332"/>
              <a:gd name="connsiteX8" fmla="*/ 399118 w 606933"/>
              <a:gd name="connsiteY8" fmla="*/ 309670 h 428332"/>
              <a:gd name="connsiteX9" fmla="*/ 438690 w 606933"/>
              <a:gd name="connsiteY9" fmla="*/ 214167 h 428332"/>
              <a:gd name="connsiteX10" fmla="*/ 399118 w 606933"/>
              <a:gd name="connsiteY10" fmla="*/ 118663 h 428332"/>
              <a:gd name="connsiteX11" fmla="*/ 190676 w 606933"/>
              <a:gd name="connsiteY11" fmla="*/ 101544 h 428332"/>
              <a:gd name="connsiteX12" fmla="*/ 207815 w 606933"/>
              <a:gd name="connsiteY12" fmla="*/ 118663 h 428332"/>
              <a:gd name="connsiteX13" fmla="*/ 168146 w 606933"/>
              <a:gd name="connsiteY13" fmla="*/ 214167 h 428332"/>
              <a:gd name="connsiteX14" fmla="*/ 207815 w 606933"/>
              <a:gd name="connsiteY14" fmla="*/ 309670 h 428332"/>
              <a:gd name="connsiteX15" fmla="*/ 190676 w 606933"/>
              <a:gd name="connsiteY15" fmla="*/ 326789 h 428332"/>
              <a:gd name="connsiteX16" fmla="*/ 143883 w 606933"/>
              <a:gd name="connsiteY16" fmla="*/ 214167 h 428332"/>
              <a:gd name="connsiteX17" fmla="*/ 190676 w 606933"/>
              <a:gd name="connsiteY17" fmla="*/ 101544 h 428332"/>
              <a:gd name="connsiteX18" fmla="*/ 467137 w 606933"/>
              <a:gd name="connsiteY18" fmla="*/ 50807 h 428332"/>
              <a:gd name="connsiteX19" fmla="*/ 535027 w 606933"/>
              <a:gd name="connsiteY19" fmla="*/ 214201 h 428332"/>
              <a:gd name="connsiteX20" fmla="*/ 467137 w 606933"/>
              <a:gd name="connsiteY20" fmla="*/ 377595 h 428332"/>
              <a:gd name="connsiteX21" fmla="*/ 449996 w 606933"/>
              <a:gd name="connsiteY21" fmla="*/ 360477 h 428332"/>
              <a:gd name="connsiteX22" fmla="*/ 510664 w 606933"/>
              <a:gd name="connsiteY22" fmla="*/ 214201 h 428332"/>
              <a:gd name="connsiteX23" fmla="*/ 449996 w 606933"/>
              <a:gd name="connsiteY23" fmla="*/ 67925 h 428332"/>
              <a:gd name="connsiteX24" fmla="*/ 139867 w 606933"/>
              <a:gd name="connsiteY24" fmla="*/ 50807 h 428332"/>
              <a:gd name="connsiteX25" fmla="*/ 157008 w 606933"/>
              <a:gd name="connsiteY25" fmla="*/ 67925 h 428332"/>
              <a:gd name="connsiteX26" fmla="*/ 96244 w 606933"/>
              <a:gd name="connsiteY26" fmla="*/ 214201 h 428332"/>
              <a:gd name="connsiteX27" fmla="*/ 157008 w 606933"/>
              <a:gd name="connsiteY27" fmla="*/ 360477 h 428332"/>
              <a:gd name="connsiteX28" fmla="*/ 139867 w 606933"/>
              <a:gd name="connsiteY28" fmla="*/ 377595 h 428332"/>
              <a:gd name="connsiteX29" fmla="*/ 71977 w 606933"/>
              <a:gd name="connsiteY29" fmla="*/ 214201 h 428332"/>
              <a:gd name="connsiteX30" fmla="*/ 139867 w 606933"/>
              <a:gd name="connsiteY30" fmla="*/ 50807 h 428332"/>
              <a:gd name="connsiteX31" fmla="*/ 517946 w 606933"/>
              <a:gd name="connsiteY31" fmla="*/ 0 h 428332"/>
              <a:gd name="connsiteX32" fmla="*/ 606933 w 606933"/>
              <a:gd name="connsiteY32" fmla="*/ 214166 h 428332"/>
              <a:gd name="connsiteX33" fmla="*/ 517946 w 606933"/>
              <a:gd name="connsiteY33" fmla="*/ 428332 h 428332"/>
              <a:gd name="connsiteX34" fmla="*/ 500803 w 606933"/>
              <a:gd name="connsiteY34" fmla="*/ 411118 h 428332"/>
              <a:gd name="connsiteX35" fmla="*/ 582568 w 606933"/>
              <a:gd name="connsiteY35" fmla="*/ 214166 h 428332"/>
              <a:gd name="connsiteX36" fmla="*/ 500803 w 606933"/>
              <a:gd name="connsiteY36" fmla="*/ 17118 h 428332"/>
              <a:gd name="connsiteX37" fmla="*/ 88987 w 606933"/>
              <a:gd name="connsiteY37" fmla="*/ 0 h 428332"/>
              <a:gd name="connsiteX38" fmla="*/ 106130 w 606933"/>
              <a:gd name="connsiteY38" fmla="*/ 17118 h 428332"/>
              <a:gd name="connsiteX39" fmla="*/ 24269 w 606933"/>
              <a:gd name="connsiteY39" fmla="*/ 214166 h 428332"/>
              <a:gd name="connsiteX40" fmla="*/ 106130 w 606933"/>
              <a:gd name="connsiteY40" fmla="*/ 411118 h 428332"/>
              <a:gd name="connsiteX41" fmla="*/ 88987 w 606933"/>
              <a:gd name="connsiteY41" fmla="*/ 428332 h 428332"/>
              <a:gd name="connsiteX42" fmla="*/ 0 w 606933"/>
              <a:gd name="connsiteY42" fmla="*/ 214166 h 428332"/>
              <a:gd name="connsiteX43" fmla="*/ 88987 w 606933"/>
              <a:gd name="connsiteY43" fmla="*/ 0 h 428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06933" h="428332">
                <a:moveTo>
                  <a:pt x="303432" y="138802"/>
                </a:moveTo>
                <a:cubicBezTo>
                  <a:pt x="345094" y="138802"/>
                  <a:pt x="378867" y="172528"/>
                  <a:pt x="378867" y="214131"/>
                </a:cubicBezTo>
                <a:cubicBezTo>
                  <a:pt x="378867" y="255734"/>
                  <a:pt x="345094" y="289460"/>
                  <a:pt x="303432" y="289460"/>
                </a:cubicBezTo>
                <a:cubicBezTo>
                  <a:pt x="261770" y="289460"/>
                  <a:pt x="227997" y="255734"/>
                  <a:pt x="227997" y="214131"/>
                </a:cubicBezTo>
                <a:cubicBezTo>
                  <a:pt x="227997" y="172528"/>
                  <a:pt x="261770" y="138802"/>
                  <a:pt x="303432" y="138802"/>
                </a:cubicBezTo>
                <a:close/>
                <a:moveTo>
                  <a:pt x="416257" y="101544"/>
                </a:moveTo>
                <a:cubicBezTo>
                  <a:pt x="446393" y="131647"/>
                  <a:pt x="463050" y="171657"/>
                  <a:pt x="463050" y="214167"/>
                </a:cubicBezTo>
                <a:cubicBezTo>
                  <a:pt x="463050" y="256677"/>
                  <a:pt x="446393" y="296590"/>
                  <a:pt x="416257" y="326789"/>
                </a:cubicBezTo>
                <a:lnTo>
                  <a:pt x="399118" y="309670"/>
                </a:lnTo>
                <a:cubicBezTo>
                  <a:pt x="424633" y="284087"/>
                  <a:pt x="438690" y="250137"/>
                  <a:pt x="438690" y="214167"/>
                </a:cubicBezTo>
                <a:cubicBezTo>
                  <a:pt x="438690" y="178101"/>
                  <a:pt x="424633" y="144247"/>
                  <a:pt x="399118" y="118663"/>
                </a:cubicBezTo>
                <a:close/>
                <a:moveTo>
                  <a:pt x="190676" y="101544"/>
                </a:moveTo>
                <a:lnTo>
                  <a:pt x="207815" y="118663"/>
                </a:lnTo>
                <a:cubicBezTo>
                  <a:pt x="182204" y="144247"/>
                  <a:pt x="168146" y="178101"/>
                  <a:pt x="168146" y="214167"/>
                </a:cubicBezTo>
                <a:cubicBezTo>
                  <a:pt x="168146" y="250137"/>
                  <a:pt x="182204" y="284087"/>
                  <a:pt x="207815" y="309670"/>
                </a:cubicBezTo>
                <a:lnTo>
                  <a:pt x="190676" y="326789"/>
                </a:lnTo>
                <a:cubicBezTo>
                  <a:pt x="160540" y="296686"/>
                  <a:pt x="143883" y="256677"/>
                  <a:pt x="143883" y="214167"/>
                </a:cubicBezTo>
                <a:cubicBezTo>
                  <a:pt x="143883" y="171657"/>
                  <a:pt x="160540" y="131647"/>
                  <a:pt x="190676" y="101544"/>
                </a:cubicBezTo>
                <a:close/>
                <a:moveTo>
                  <a:pt x="467137" y="50807"/>
                </a:moveTo>
                <a:cubicBezTo>
                  <a:pt x="510856" y="94468"/>
                  <a:pt x="535027" y="152556"/>
                  <a:pt x="535027" y="214201"/>
                </a:cubicBezTo>
                <a:cubicBezTo>
                  <a:pt x="535027" y="275847"/>
                  <a:pt x="510856" y="333838"/>
                  <a:pt x="467137" y="377595"/>
                </a:cubicBezTo>
                <a:lnTo>
                  <a:pt x="449996" y="360477"/>
                </a:lnTo>
                <a:cubicBezTo>
                  <a:pt x="489093" y="321239"/>
                  <a:pt x="510664" y="269307"/>
                  <a:pt x="510664" y="214201"/>
                </a:cubicBezTo>
                <a:cubicBezTo>
                  <a:pt x="510664" y="158999"/>
                  <a:pt x="489093" y="107067"/>
                  <a:pt x="449996" y="67925"/>
                </a:cubicBezTo>
                <a:close/>
                <a:moveTo>
                  <a:pt x="139867" y="50807"/>
                </a:moveTo>
                <a:lnTo>
                  <a:pt x="157008" y="67925"/>
                </a:lnTo>
                <a:cubicBezTo>
                  <a:pt x="117815" y="107067"/>
                  <a:pt x="96244" y="158999"/>
                  <a:pt x="96244" y="214201"/>
                </a:cubicBezTo>
                <a:cubicBezTo>
                  <a:pt x="96244" y="269307"/>
                  <a:pt x="117815" y="321239"/>
                  <a:pt x="157008" y="360477"/>
                </a:cubicBezTo>
                <a:lnTo>
                  <a:pt x="139867" y="377595"/>
                </a:lnTo>
                <a:cubicBezTo>
                  <a:pt x="96051" y="333838"/>
                  <a:pt x="71977" y="275847"/>
                  <a:pt x="71977" y="214201"/>
                </a:cubicBezTo>
                <a:cubicBezTo>
                  <a:pt x="71977" y="152556"/>
                  <a:pt x="96051" y="94468"/>
                  <a:pt x="139867" y="50807"/>
                </a:cubicBezTo>
                <a:close/>
                <a:moveTo>
                  <a:pt x="517946" y="0"/>
                </a:moveTo>
                <a:cubicBezTo>
                  <a:pt x="575248" y="57316"/>
                  <a:pt x="606933" y="133385"/>
                  <a:pt x="606933" y="214166"/>
                </a:cubicBezTo>
                <a:cubicBezTo>
                  <a:pt x="606933" y="294947"/>
                  <a:pt x="575248" y="371016"/>
                  <a:pt x="517946" y="428332"/>
                </a:cubicBezTo>
                <a:lnTo>
                  <a:pt x="500803" y="411118"/>
                </a:lnTo>
                <a:cubicBezTo>
                  <a:pt x="553579" y="358418"/>
                  <a:pt x="582568" y="288504"/>
                  <a:pt x="582568" y="214166"/>
                </a:cubicBezTo>
                <a:cubicBezTo>
                  <a:pt x="582568" y="139828"/>
                  <a:pt x="553579" y="69818"/>
                  <a:pt x="500803" y="17118"/>
                </a:cubicBezTo>
                <a:close/>
                <a:moveTo>
                  <a:pt x="88987" y="0"/>
                </a:moveTo>
                <a:lnTo>
                  <a:pt x="106130" y="17118"/>
                </a:lnTo>
                <a:cubicBezTo>
                  <a:pt x="53354" y="69818"/>
                  <a:pt x="24269" y="139828"/>
                  <a:pt x="24269" y="214166"/>
                </a:cubicBezTo>
                <a:cubicBezTo>
                  <a:pt x="24269" y="288504"/>
                  <a:pt x="53354" y="358418"/>
                  <a:pt x="106130" y="411118"/>
                </a:cubicBezTo>
                <a:lnTo>
                  <a:pt x="88987" y="428332"/>
                </a:lnTo>
                <a:cubicBezTo>
                  <a:pt x="31588" y="371016"/>
                  <a:pt x="0" y="294947"/>
                  <a:pt x="0" y="214166"/>
                </a:cubicBezTo>
                <a:cubicBezTo>
                  <a:pt x="0" y="133385"/>
                  <a:pt x="31588" y="57316"/>
                  <a:pt x="88987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5" name="worldwide_201882">
            <a:extLst>
              <a:ext uri="{FF2B5EF4-FFF2-40B4-BE49-F238E27FC236}">
                <a16:creationId xmlns:a16="http://schemas.microsoft.com/office/drawing/2014/main" id="{E9060FBD-F444-48E7-9E10-47804A897C1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964815" y="3875506"/>
            <a:ext cx="578960" cy="578015"/>
          </a:xfrm>
          <a:custGeom>
            <a:avLst/>
            <a:gdLst>
              <a:gd name="connsiteX0" fmla="*/ 100984 w 605310"/>
              <a:gd name="connsiteY0" fmla="*/ 453242 h 604322"/>
              <a:gd name="connsiteX1" fmla="*/ 217238 w 605310"/>
              <a:gd name="connsiteY1" fmla="*/ 539011 h 604322"/>
              <a:gd name="connsiteX2" fmla="*/ 173593 w 605310"/>
              <a:gd name="connsiteY2" fmla="*/ 453242 h 604322"/>
              <a:gd name="connsiteX3" fmla="*/ 51034 w 605310"/>
              <a:gd name="connsiteY3" fmla="*/ 318981 h 604322"/>
              <a:gd name="connsiteX4" fmla="*/ 79703 w 605310"/>
              <a:gd name="connsiteY4" fmla="*/ 419701 h 604322"/>
              <a:gd name="connsiteX5" fmla="*/ 164332 w 605310"/>
              <a:gd name="connsiteY5" fmla="*/ 419701 h 604322"/>
              <a:gd name="connsiteX6" fmla="*/ 151623 w 605310"/>
              <a:gd name="connsiteY6" fmla="*/ 318981 h 604322"/>
              <a:gd name="connsiteX7" fmla="*/ 353075 w 605310"/>
              <a:gd name="connsiteY7" fmla="*/ 281294 h 604322"/>
              <a:gd name="connsiteX8" fmla="*/ 269032 w 605310"/>
              <a:gd name="connsiteY8" fmla="*/ 365190 h 604322"/>
              <a:gd name="connsiteX9" fmla="*/ 353075 w 605310"/>
              <a:gd name="connsiteY9" fmla="*/ 449184 h 604322"/>
              <a:gd name="connsiteX10" fmla="*/ 437117 w 605310"/>
              <a:gd name="connsiteY10" fmla="*/ 365190 h 604322"/>
              <a:gd name="connsiteX11" fmla="*/ 353075 w 605310"/>
              <a:gd name="connsiteY11" fmla="*/ 281294 h 604322"/>
              <a:gd name="connsiteX12" fmla="*/ 353075 w 605310"/>
              <a:gd name="connsiteY12" fmla="*/ 247755 h 604322"/>
              <a:gd name="connsiteX13" fmla="*/ 470813 w 605310"/>
              <a:gd name="connsiteY13" fmla="*/ 365190 h 604322"/>
              <a:gd name="connsiteX14" fmla="*/ 447167 w 605310"/>
              <a:gd name="connsiteY14" fmla="*/ 435415 h 604322"/>
              <a:gd name="connsiteX15" fmla="*/ 518303 w 605310"/>
              <a:gd name="connsiteY15" fmla="*/ 506426 h 604322"/>
              <a:gd name="connsiteX16" fmla="*/ 494558 w 605310"/>
              <a:gd name="connsiteY16" fmla="*/ 530228 h 604322"/>
              <a:gd name="connsiteX17" fmla="*/ 423422 w 605310"/>
              <a:gd name="connsiteY17" fmla="*/ 459216 h 604322"/>
              <a:gd name="connsiteX18" fmla="*/ 353075 w 605310"/>
              <a:gd name="connsiteY18" fmla="*/ 482723 h 604322"/>
              <a:gd name="connsiteX19" fmla="*/ 235336 w 605310"/>
              <a:gd name="connsiteY19" fmla="*/ 365190 h 604322"/>
              <a:gd name="connsiteX20" fmla="*/ 353075 w 605310"/>
              <a:gd name="connsiteY20" fmla="*/ 247755 h 604322"/>
              <a:gd name="connsiteX21" fmla="*/ 79703 w 605310"/>
              <a:gd name="connsiteY21" fmla="*/ 184621 h 604322"/>
              <a:gd name="connsiteX22" fmla="*/ 51034 w 605310"/>
              <a:gd name="connsiteY22" fmla="*/ 285342 h 604322"/>
              <a:gd name="connsiteX23" fmla="*/ 151623 w 605310"/>
              <a:gd name="connsiteY23" fmla="*/ 285342 h 604322"/>
              <a:gd name="connsiteX24" fmla="*/ 164332 w 605310"/>
              <a:gd name="connsiteY24" fmla="*/ 184621 h 604322"/>
              <a:gd name="connsiteX25" fmla="*/ 388072 w 605310"/>
              <a:gd name="connsiteY25" fmla="*/ 65311 h 604322"/>
              <a:gd name="connsiteX26" fmla="*/ 431717 w 605310"/>
              <a:gd name="connsiteY26" fmla="*/ 151081 h 604322"/>
              <a:gd name="connsiteX27" fmla="*/ 504326 w 605310"/>
              <a:gd name="connsiteY27" fmla="*/ 151081 h 604322"/>
              <a:gd name="connsiteX28" fmla="*/ 388072 w 605310"/>
              <a:gd name="connsiteY28" fmla="*/ 65311 h 604322"/>
              <a:gd name="connsiteX29" fmla="*/ 217238 w 605310"/>
              <a:gd name="connsiteY29" fmla="*/ 65311 h 604322"/>
              <a:gd name="connsiteX30" fmla="*/ 100984 w 605310"/>
              <a:gd name="connsiteY30" fmla="*/ 151081 h 604322"/>
              <a:gd name="connsiteX31" fmla="*/ 173593 w 605310"/>
              <a:gd name="connsiteY31" fmla="*/ 151081 h 604322"/>
              <a:gd name="connsiteX32" fmla="*/ 217238 w 605310"/>
              <a:gd name="connsiteY32" fmla="*/ 65311 h 604322"/>
              <a:gd name="connsiteX33" fmla="*/ 319502 w 605310"/>
              <a:gd name="connsiteY33" fmla="*/ 53114 h 604322"/>
              <a:gd name="connsiteX34" fmla="*/ 319502 w 605310"/>
              <a:gd name="connsiteY34" fmla="*/ 151081 h 604322"/>
              <a:gd name="connsiteX35" fmla="*/ 396052 w 605310"/>
              <a:gd name="connsiteY35" fmla="*/ 151081 h 604322"/>
              <a:gd name="connsiteX36" fmla="*/ 319502 w 605310"/>
              <a:gd name="connsiteY36" fmla="*/ 53114 h 604322"/>
              <a:gd name="connsiteX37" fmla="*/ 285808 w 605310"/>
              <a:gd name="connsiteY37" fmla="*/ 53114 h 604322"/>
              <a:gd name="connsiteX38" fmla="*/ 209258 w 605310"/>
              <a:gd name="connsiteY38" fmla="*/ 151081 h 604322"/>
              <a:gd name="connsiteX39" fmla="*/ 285808 w 605310"/>
              <a:gd name="connsiteY39" fmla="*/ 151081 h 604322"/>
              <a:gd name="connsiteX40" fmla="*/ 302655 w 605310"/>
              <a:gd name="connsiteY40" fmla="*/ 0 h 604322"/>
              <a:gd name="connsiteX41" fmla="*/ 605310 w 605310"/>
              <a:gd name="connsiteY41" fmla="*/ 302161 h 604322"/>
              <a:gd name="connsiteX42" fmla="*/ 533292 w 605310"/>
              <a:gd name="connsiteY42" fmla="*/ 497700 h 604322"/>
              <a:gd name="connsiteX43" fmla="*/ 497430 w 605310"/>
              <a:gd name="connsiteY43" fmla="*/ 461897 h 604322"/>
              <a:gd name="connsiteX44" fmla="*/ 504326 w 605310"/>
              <a:gd name="connsiteY44" fmla="*/ 453242 h 604322"/>
              <a:gd name="connsiteX45" fmla="*/ 488760 w 605310"/>
              <a:gd name="connsiteY45" fmla="*/ 453242 h 604322"/>
              <a:gd name="connsiteX46" fmla="*/ 468859 w 605310"/>
              <a:gd name="connsiteY46" fmla="*/ 433373 h 604322"/>
              <a:gd name="connsiteX47" fmla="*/ 475953 w 605310"/>
              <a:gd name="connsiteY47" fmla="*/ 419701 h 604322"/>
              <a:gd name="connsiteX48" fmla="*/ 525607 w 605310"/>
              <a:gd name="connsiteY48" fmla="*/ 419701 h 604322"/>
              <a:gd name="connsiteX49" fmla="*/ 554276 w 605310"/>
              <a:gd name="connsiteY49" fmla="*/ 318981 h 604322"/>
              <a:gd name="connsiteX50" fmla="*/ 479204 w 605310"/>
              <a:gd name="connsiteY50" fmla="*/ 318981 h 604322"/>
              <a:gd name="connsiteX51" fmla="*/ 460977 w 605310"/>
              <a:gd name="connsiteY51" fmla="*/ 285342 h 604322"/>
              <a:gd name="connsiteX52" fmla="*/ 554276 w 605310"/>
              <a:gd name="connsiteY52" fmla="*/ 285342 h 604322"/>
              <a:gd name="connsiteX53" fmla="*/ 525607 w 605310"/>
              <a:gd name="connsiteY53" fmla="*/ 184621 h 604322"/>
              <a:gd name="connsiteX54" fmla="*/ 440978 w 605310"/>
              <a:gd name="connsiteY54" fmla="*/ 184621 h 604322"/>
              <a:gd name="connsiteX55" fmla="*/ 453391 w 605310"/>
              <a:gd name="connsiteY55" fmla="*/ 275997 h 604322"/>
              <a:gd name="connsiteX56" fmla="*/ 417333 w 605310"/>
              <a:gd name="connsiteY56" fmla="*/ 247276 h 604322"/>
              <a:gd name="connsiteX57" fmla="*/ 406200 w 605310"/>
              <a:gd name="connsiteY57" fmla="*/ 184621 h 604322"/>
              <a:gd name="connsiteX58" fmla="*/ 319502 w 605310"/>
              <a:gd name="connsiteY58" fmla="*/ 184621 h 604322"/>
              <a:gd name="connsiteX59" fmla="*/ 319502 w 605310"/>
              <a:gd name="connsiteY59" fmla="*/ 235375 h 604322"/>
              <a:gd name="connsiteX60" fmla="*/ 285808 w 605310"/>
              <a:gd name="connsiteY60" fmla="*/ 249145 h 604322"/>
              <a:gd name="connsiteX61" fmla="*/ 285808 w 605310"/>
              <a:gd name="connsiteY61" fmla="*/ 184621 h 604322"/>
              <a:gd name="connsiteX62" fmla="*/ 199110 w 605310"/>
              <a:gd name="connsiteY62" fmla="*/ 184621 h 604322"/>
              <a:gd name="connsiteX63" fmla="*/ 185219 w 605310"/>
              <a:gd name="connsiteY63" fmla="*/ 285342 h 604322"/>
              <a:gd name="connsiteX64" fmla="*/ 245218 w 605310"/>
              <a:gd name="connsiteY64" fmla="*/ 285342 h 604322"/>
              <a:gd name="connsiteX65" fmla="*/ 226991 w 605310"/>
              <a:gd name="connsiteY65" fmla="*/ 318981 h 604322"/>
              <a:gd name="connsiteX66" fmla="*/ 185219 w 605310"/>
              <a:gd name="connsiteY66" fmla="*/ 318981 h 604322"/>
              <a:gd name="connsiteX67" fmla="*/ 199110 w 605310"/>
              <a:gd name="connsiteY67" fmla="*/ 419701 h 604322"/>
              <a:gd name="connsiteX68" fmla="*/ 230242 w 605310"/>
              <a:gd name="connsiteY68" fmla="*/ 419701 h 604322"/>
              <a:gd name="connsiteX69" fmla="*/ 251720 w 605310"/>
              <a:gd name="connsiteY69" fmla="*/ 453242 h 604322"/>
              <a:gd name="connsiteX70" fmla="*/ 209258 w 605310"/>
              <a:gd name="connsiteY70" fmla="*/ 453242 h 604322"/>
              <a:gd name="connsiteX71" fmla="*/ 285808 w 605310"/>
              <a:gd name="connsiteY71" fmla="*/ 551208 h 604322"/>
              <a:gd name="connsiteX72" fmla="*/ 285808 w 605310"/>
              <a:gd name="connsiteY72" fmla="*/ 481372 h 604322"/>
              <a:gd name="connsiteX73" fmla="*/ 319502 w 605310"/>
              <a:gd name="connsiteY73" fmla="*/ 495143 h 604322"/>
              <a:gd name="connsiteX74" fmla="*/ 319502 w 605310"/>
              <a:gd name="connsiteY74" fmla="*/ 551208 h 604322"/>
              <a:gd name="connsiteX75" fmla="*/ 375954 w 605310"/>
              <a:gd name="connsiteY75" fmla="*/ 497503 h 604322"/>
              <a:gd name="connsiteX76" fmla="*/ 421274 w 605310"/>
              <a:gd name="connsiteY76" fmla="*/ 480782 h 604322"/>
              <a:gd name="connsiteX77" fmla="*/ 421372 w 605310"/>
              <a:gd name="connsiteY77" fmla="*/ 480881 h 604322"/>
              <a:gd name="connsiteX78" fmla="*/ 388072 w 605310"/>
              <a:gd name="connsiteY78" fmla="*/ 539011 h 604322"/>
              <a:gd name="connsiteX79" fmla="*/ 448170 w 605310"/>
              <a:gd name="connsiteY79" fmla="*/ 507634 h 604322"/>
              <a:gd name="connsiteX80" fmla="*/ 484425 w 605310"/>
              <a:gd name="connsiteY80" fmla="*/ 543831 h 604322"/>
              <a:gd name="connsiteX81" fmla="*/ 302655 w 605310"/>
              <a:gd name="connsiteY81" fmla="*/ 604322 h 604322"/>
              <a:gd name="connsiteX82" fmla="*/ 0 w 605310"/>
              <a:gd name="connsiteY82" fmla="*/ 302161 h 604322"/>
              <a:gd name="connsiteX83" fmla="*/ 302655 w 605310"/>
              <a:gd name="connsiteY83" fmla="*/ 0 h 60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605310" h="604322">
                <a:moveTo>
                  <a:pt x="100984" y="453242"/>
                </a:moveTo>
                <a:cubicBezTo>
                  <a:pt x="130343" y="492094"/>
                  <a:pt x="170539" y="522290"/>
                  <a:pt x="217238" y="539011"/>
                </a:cubicBezTo>
                <a:cubicBezTo>
                  <a:pt x="199603" y="516684"/>
                  <a:pt x="184726" y="487471"/>
                  <a:pt x="173593" y="453242"/>
                </a:cubicBezTo>
                <a:close/>
                <a:moveTo>
                  <a:pt x="51034" y="318981"/>
                </a:moveTo>
                <a:cubicBezTo>
                  <a:pt x="53497" y="355079"/>
                  <a:pt x="63546" y="389209"/>
                  <a:pt x="79703" y="419701"/>
                </a:cubicBezTo>
                <a:lnTo>
                  <a:pt x="164332" y="419701"/>
                </a:lnTo>
                <a:cubicBezTo>
                  <a:pt x="157140" y="388816"/>
                  <a:pt x="152608" y="354882"/>
                  <a:pt x="151623" y="318981"/>
                </a:cubicBezTo>
                <a:close/>
                <a:moveTo>
                  <a:pt x="353075" y="281294"/>
                </a:moveTo>
                <a:cubicBezTo>
                  <a:pt x="306669" y="281294"/>
                  <a:pt x="269032" y="318963"/>
                  <a:pt x="269032" y="365190"/>
                </a:cubicBezTo>
                <a:cubicBezTo>
                  <a:pt x="269032" y="411515"/>
                  <a:pt x="306669" y="449184"/>
                  <a:pt x="353075" y="449184"/>
                </a:cubicBezTo>
                <a:cubicBezTo>
                  <a:pt x="399480" y="449184"/>
                  <a:pt x="437117" y="411515"/>
                  <a:pt x="437117" y="365190"/>
                </a:cubicBezTo>
                <a:cubicBezTo>
                  <a:pt x="437117" y="318963"/>
                  <a:pt x="399480" y="281294"/>
                  <a:pt x="353075" y="281294"/>
                </a:cubicBezTo>
                <a:close/>
                <a:moveTo>
                  <a:pt x="353075" y="247755"/>
                </a:moveTo>
                <a:cubicBezTo>
                  <a:pt x="418003" y="247755"/>
                  <a:pt x="470813" y="300473"/>
                  <a:pt x="470813" y="365190"/>
                </a:cubicBezTo>
                <a:cubicBezTo>
                  <a:pt x="470813" y="391549"/>
                  <a:pt x="461946" y="415842"/>
                  <a:pt x="447167" y="435415"/>
                </a:cubicBezTo>
                <a:lnTo>
                  <a:pt x="518303" y="506426"/>
                </a:lnTo>
                <a:lnTo>
                  <a:pt x="494558" y="530228"/>
                </a:lnTo>
                <a:lnTo>
                  <a:pt x="423422" y="459216"/>
                </a:lnTo>
                <a:cubicBezTo>
                  <a:pt x="403816" y="473871"/>
                  <a:pt x="379480" y="482723"/>
                  <a:pt x="353075" y="482723"/>
                </a:cubicBezTo>
                <a:cubicBezTo>
                  <a:pt x="288146" y="482723"/>
                  <a:pt x="235336" y="430005"/>
                  <a:pt x="235336" y="365190"/>
                </a:cubicBezTo>
                <a:cubicBezTo>
                  <a:pt x="235336" y="300473"/>
                  <a:pt x="288146" y="247755"/>
                  <a:pt x="353075" y="247755"/>
                </a:cubicBezTo>
                <a:close/>
                <a:moveTo>
                  <a:pt x="79703" y="184621"/>
                </a:moveTo>
                <a:cubicBezTo>
                  <a:pt x="63546" y="215113"/>
                  <a:pt x="53497" y="249244"/>
                  <a:pt x="51034" y="285342"/>
                </a:cubicBezTo>
                <a:lnTo>
                  <a:pt x="151623" y="285342"/>
                </a:lnTo>
                <a:cubicBezTo>
                  <a:pt x="152608" y="249440"/>
                  <a:pt x="157140" y="215506"/>
                  <a:pt x="164332" y="184621"/>
                </a:cubicBezTo>
                <a:close/>
                <a:moveTo>
                  <a:pt x="388072" y="65311"/>
                </a:moveTo>
                <a:cubicBezTo>
                  <a:pt x="405707" y="87638"/>
                  <a:pt x="420584" y="116851"/>
                  <a:pt x="431717" y="151081"/>
                </a:cubicBezTo>
                <a:lnTo>
                  <a:pt x="504326" y="151081"/>
                </a:lnTo>
                <a:cubicBezTo>
                  <a:pt x="474967" y="112228"/>
                  <a:pt x="434771" y="82032"/>
                  <a:pt x="388072" y="65311"/>
                </a:cubicBezTo>
                <a:close/>
                <a:moveTo>
                  <a:pt x="217238" y="65311"/>
                </a:moveTo>
                <a:cubicBezTo>
                  <a:pt x="170638" y="82032"/>
                  <a:pt x="130343" y="112228"/>
                  <a:pt x="100984" y="151081"/>
                </a:cubicBezTo>
                <a:lnTo>
                  <a:pt x="173593" y="151081"/>
                </a:lnTo>
                <a:cubicBezTo>
                  <a:pt x="184726" y="116851"/>
                  <a:pt x="199603" y="87638"/>
                  <a:pt x="217238" y="65311"/>
                </a:cubicBezTo>
                <a:close/>
                <a:moveTo>
                  <a:pt x="319502" y="53114"/>
                </a:moveTo>
                <a:lnTo>
                  <a:pt x="319502" y="151081"/>
                </a:lnTo>
                <a:lnTo>
                  <a:pt x="396052" y="151081"/>
                </a:lnTo>
                <a:cubicBezTo>
                  <a:pt x="377629" y="99540"/>
                  <a:pt x="350240" y="62950"/>
                  <a:pt x="319502" y="53114"/>
                </a:cubicBezTo>
                <a:close/>
                <a:moveTo>
                  <a:pt x="285808" y="53114"/>
                </a:moveTo>
                <a:cubicBezTo>
                  <a:pt x="255070" y="62950"/>
                  <a:pt x="227681" y="99540"/>
                  <a:pt x="209258" y="151081"/>
                </a:cubicBezTo>
                <a:lnTo>
                  <a:pt x="285808" y="151081"/>
                </a:lnTo>
                <a:close/>
                <a:moveTo>
                  <a:pt x="302655" y="0"/>
                </a:moveTo>
                <a:cubicBezTo>
                  <a:pt x="469844" y="0"/>
                  <a:pt x="605310" y="135245"/>
                  <a:pt x="605310" y="302161"/>
                </a:cubicBezTo>
                <a:cubicBezTo>
                  <a:pt x="605310" y="376718"/>
                  <a:pt x="578217" y="444979"/>
                  <a:pt x="533292" y="497700"/>
                </a:cubicBezTo>
                <a:lnTo>
                  <a:pt x="497430" y="461897"/>
                </a:lnTo>
                <a:cubicBezTo>
                  <a:pt x="499795" y="459045"/>
                  <a:pt x="502060" y="456192"/>
                  <a:pt x="504326" y="453242"/>
                </a:cubicBezTo>
                <a:lnTo>
                  <a:pt x="488760" y="453242"/>
                </a:lnTo>
                <a:lnTo>
                  <a:pt x="468859" y="433373"/>
                </a:lnTo>
                <a:cubicBezTo>
                  <a:pt x="471519" y="428947"/>
                  <a:pt x="473884" y="424324"/>
                  <a:pt x="475953" y="419701"/>
                </a:cubicBezTo>
                <a:lnTo>
                  <a:pt x="525607" y="419701"/>
                </a:lnTo>
                <a:cubicBezTo>
                  <a:pt x="541764" y="389209"/>
                  <a:pt x="551813" y="355079"/>
                  <a:pt x="554276" y="318981"/>
                </a:cubicBezTo>
                <a:lnTo>
                  <a:pt x="479204" y="318981"/>
                </a:lnTo>
                <a:cubicBezTo>
                  <a:pt x="474770" y="306882"/>
                  <a:pt x="468564" y="295571"/>
                  <a:pt x="460977" y="285342"/>
                </a:cubicBezTo>
                <a:lnTo>
                  <a:pt x="554276" y="285342"/>
                </a:lnTo>
                <a:cubicBezTo>
                  <a:pt x="551813" y="249244"/>
                  <a:pt x="541764" y="215113"/>
                  <a:pt x="525607" y="184621"/>
                </a:cubicBezTo>
                <a:lnTo>
                  <a:pt x="440978" y="184621"/>
                </a:lnTo>
                <a:cubicBezTo>
                  <a:pt x="447579" y="212850"/>
                  <a:pt x="451815" y="243539"/>
                  <a:pt x="453391" y="275997"/>
                </a:cubicBezTo>
                <a:cubicBezTo>
                  <a:pt x="443047" y="264588"/>
                  <a:pt x="431027" y="254752"/>
                  <a:pt x="417333" y="247276"/>
                </a:cubicBezTo>
                <a:cubicBezTo>
                  <a:pt x="414968" y="225244"/>
                  <a:pt x="411225" y="204195"/>
                  <a:pt x="406200" y="184621"/>
                </a:cubicBezTo>
                <a:lnTo>
                  <a:pt x="319502" y="184621"/>
                </a:lnTo>
                <a:lnTo>
                  <a:pt x="319502" y="235375"/>
                </a:lnTo>
                <a:cubicBezTo>
                  <a:pt x="307581" y="238424"/>
                  <a:pt x="296251" y="243047"/>
                  <a:pt x="285808" y="249145"/>
                </a:cubicBezTo>
                <a:lnTo>
                  <a:pt x="285808" y="184621"/>
                </a:lnTo>
                <a:lnTo>
                  <a:pt x="199110" y="184621"/>
                </a:lnTo>
                <a:cubicBezTo>
                  <a:pt x="191327" y="215211"/>
                  <a:pt x="186401" y="249440"/>
                  <a:pt x="185219" y="285342"/>
                </a:cubicBezTo>
                <a:lnTo>
                  <a:pt x="245218" y="285342"/>
                </a:lnTo>
                <a:cubicBezTo>
                  <a:pt x="237631" y="295571"/>
                  <a:pt x="231425" y="306882"/>
                  <a:pt x="226991" y="318981"/>
                </a:cubicBezTo>
                <a:lnTo>
                  <a:pt x="185219" y="318981"/>
                </a:lnTo>
                <a:cubicBezTo>
                  <a:pt x="186401" y="354882"/>
                  <a:pt x="191327" y="389111"/>
                  <a:pt x="199110" y="419701"/>
                </a:cubicBezTo>
                <a:lnTo>
                  <a:pt x="230242" y="419701"/>
                </a:lnTo>
                <a:cubicBezTo>
                  <a:pt x="235760" y="431996"/>
                  <a:pt x="242952" y="443209"/>
                  <a:pt x="251720" y="453242"/>
                </a:cubicBezTo>
                <a:lnTo>
                  <a:pt x="209258" y="453242"/>
                </a:lnTo>
                <a:cubicBezTo>
                  <a:pt x="227681" y="504782"/>
                  <a:pt x="255070" y="541372"/>
                  <a:pt x="285808" y="551208"/>
                </a:cubicBezTo>
                <a:lnTo>
                  <a:pt x="285808" y="481372"/>
                </a:lnTo>
                <a:cubicBezTo>
                  <a:pt x="296251" y="487372"/>
                  <a:pt x="307581" y="491995"/>
                  <a:pt x="319502" y="495143"/>
                </a:cubicBezTo>
                <a:lnTo>
                  <a:pt x="319502" y="551208"/>
                </a:lnTo>
                <a:cubicBezTo>
                  <a:pt x="340487" y="544519"/>
                  <a:pt x="359895" y="525339"/>
                  <a:pt x="375954" y="497503"/>
                </a:cubicBezTo>
                <a:cubicBezTo>
                  <a:pt x="391915" y="494749"/>
                  <a:pt x="407185" y="489143"/>
                  <a:pt x="421274" y="480782"/>
                </a:cubicBezTo>
                <a:lnTo>
                  <a:pt x="421372" y="480881"/>
                </a:lnTo>
                <a:cubicBezTo>
                  <a:pt x="412013" y="503405"/>
                  <a:pt x="400781" y="522979"/>
                  <a:pt x="388072" y="539011"/>
                </a:cubicBezTo>
                <a:cubicBezTo>
                  <a:pt x="409648" y="531241"/>
                  <a:pt x="429845" y="520618"/>
                  <a:pt x="448170" y="507634"/>
                </a:cubicBezTo>
                <a:lnTo>
                  <a:pt x="484425" y="543831"/>
                </a:lnTo>
                <a:cubicBezTo>
                  <a:pt x="433786" y="581798"/>
                  <a:pt x="370831" y="604322"/>
                  <a:pt x="302655" y="604322"/>
                </a:cubicBezTo>
                <a:cubicBezTo>
                  <a:pt x="135466" y="604322"/>
                  <a:pt x="0" y="469077"/>
                  <a:pt x="0" y="302161"/>
                </a:cubicBezTo>
                <a:cubicBezTo>
                  <a:pt x="0" y="135245"/>
                  <a:pt x="135466" y="0"/>
                  <a:pt x="302655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6" name="cloud-computing_117307">
            <a:extLst>
              <a:ext uri="{FF2B5EF4-FFF2-40B4-BE49-F238E27FC236}">
                <a16:creationId xmlns:a16="http://schemas.microsoft.com/office/drawing/2014/main" id="{87597C3F-31A1-4EF0-9DCA-BCF51F6F7FD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531608" y="5263623"/>
            <a:ext cx="812913" cy="536271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  <a:gd name="connsiteX53" fmla="*/ 325000 h 606722"/>
              <a:gd name="connsiteY53" fmla="*/ 325000 h 606722"/>
              <a:gd name="connsiteX54" fmla="*/ 325000 h 606722"/>
              <a:gd name="connsiteY54" fmla="*/ 325000 h 606722"/>
              <a:gd name="connsiteX55" fmla="*/ 325000 h 606722"/>
              <a:gd name="connsiteY55" fmla="*/ 325000 h 606722"/>
              <a:gd name="connsiteX56" fmla="*/ 325000 h 606722"/>
              <a:gd name="connsiteY56" fmla="*/ 325000 h 606722"/>
              <a:gd name="connsiteX57" fmla="*/ 325000 h 606722"/>
              <a:gd name="connsiteY57" fmla="*/ 325000 h 606722"/>
              <a:gd name="connsiteX58" fmla="*/ 325000 h 606722"/>
              <a:gd name="connsiteY58" fmla="*/ 325000 h 606722"/>
              <a:gd name="connsiteX59" fmla="*/ 325000 h 606722"/>
              <a:gd name="connsiteY59" fmla="*/ 325000 h 606722"/>
              <a:gd name="connsiteX60" fmla="*/ 325000 h 606722"/>
              <a:gd name="connsiteY60" fmla="*/ 325000 h 606722"/>
              <a:gd name="connsiteX61" fmla="*/ 325000 h 606722"/>
              <a:gd name="connsiteY61" fmla="*/ 325000 h 606722"/>
              <a:gd name="connsiteX62" fmla="*/ 325000 h 606722"/>
              <a:gd name="connsiteY62" fmla="*/ 325000 h 606722"/>
              <a:gd name="connsiteX63" fmla="*/ 325000 h 606722"/>
              <a:gd name="connsiteY63" fmla="*/ 325000 h 606722"/>
              <a:gd name="connsiteX64" fmla="*/ 325000 h 606722"/>
              <a:gd name="connsiteY64" fmla="*/ 325000 h 606722"/>
              <a:gd name="connsiteX65" fmla="*/ 325000 h 606722"/>
              <a:gd name="connsiteY65" fmla="*/ 325000 h 606722"/>
              <a:gd name="connsiteX66" fmla="*/ 325000 h 606722"/>
              <a:gd name="connsiteY66" fmla="*/ 325000 h 606722"/>
              <a:gd name="connsiteX67" fmla="*/ 325000 h 606722"/>
              <a:gd name="connsiteY67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606580" h="400155">
                <a:moveTo>
                  <a:pt x="37882" y="245593"/>
                </a:moveTo>
                <a:lnTo>
                  <a:pt x="37882" y="310126"/>
                </a:lnTo>
                <a:lnTo>
                  <a:pt x="568698" y="310126"/>
                </a:lnTo>
                <a:lnTo>
                  <a:pt x="568698" y="245593"/>
                </a:lnTo>
                <a:lnTo>
                  <a:pt x="277339" y="245593"/>
                </a:lnTo>
                <a:lnTo>
                  <a:pt x="277339" y="282403"/>
                </a:lnTo>
                <a:lnTo>
                  <a:pt x="198975" y="282403"/>
                </a:lnTo>
                <a:lnTo>
                  <a:pt x="198975" y="245593"/>
                </a:lnTo>
                <a:lnTo>
                  <a:pt x="162114" y="245593"/>
                </a:lnTo>
                <a:lnTo>
                  <a:pt x="162114" y="282403"/>
                </a:lnTo>
                <a:lnTo>
                  <a:pt x="83749" y="282403"/>
                </a:lnTo>
                <a:lnTo>
                  <a:pt x="83749" y="245593"/>
                </a:lnTo>
                <a:close/>
                <a:moveTo>
                  <a:pt x="74929" y="126079"/>
                </a:moveTo>
                <a:lnTo>
                  <a:pt x="112904" y="126079"/>
                </a:lnTo>
                <a:lnTo>
                  <a:pt x="112904" y="207764"/>
                </a:lnTo>
                <a:lnTo>
                  <a:pt x="493769" y="207764"/>
                </a:lnTo>
                <a:lnTo>
                  <a:pt x="493769" y="126079"/>
                </a:lnTo>
                <a:lnTo>
                  <a:pt x="531651" y="126079"/>
                </a:lnTo>
                <a:lnTo>
                  <a:pt x="531651" y="207764"/>
                </a:lnTo>
                <a:lnTo>
                  <a:pt x="606580" y="207764"/>
                </a:lnTo>
                <a:lnTo>
                  <a:pt x="606580" y="347955"/>
                </a:lnTo>
                <a:lnTo>
                  <a:pt x="545578" y="347955"/>
                </a:lnTo>
                <a:lnTo>
                  <a:pt x="545578" y="400155"/>
                </a:lnTo>
                <a:lnTo>
                  <a:pt x="479842" y="400155"/>
                </a:lnTo>
                <a:lnTo>
                  <a:pt x="479842" y="347955"/>
                </a:lnTo>
                <a:lnTo>
                  <a:pt x="126738" y="347955"/>
                </a:lnTo>
                <a:lnTo>
                  <a:pt x="126738" y="400155"/>
                </a:lnTo>
                <a:lnTo>
                  <a:pt x="61094" y="400155"/>
                </a:lnTo>
                <a:lnTo>
                  <a:pt x="61094" y="347955"/>
                </a:lnTo>
                <a:lnTo>
                  <a:pt x="0" y="347955"/>
                </a:lnTo>
                <a:lnTo>
                  <a:pt x="0" y="207764"/>
                </a:lnTo>
                <a:lnTo>
                  <a:pt x="74929" y="207764"/>
                </a:lnTo>
                <a:close/>
                <a:moveTo>
                  <a:pt x="83887" y="75747"/>
                </a:moveTo>
                <a:cubicBezTo>
                  <a:pt x="101163" y="73324"/>
                  <a:pt x="121690" y="76849"/>
                  <a:pt x="142542" y="93314"/>
                </a:cubicBezTo>
                <a:lnTo>
                  <a:pt x="130746" y="108156"/>
                </a:lnTo>
                <a:cubicBezTo>
                  <a:pt x="91736" y="77266"/>
                  <a:pt x="59135" y="106487"/>
                  <a:pt x="57741" y="107692"/>
                </a:cubicBezTo>
                <a:lnTo>
                  <a:pt x="44738" y="93871"/>
                </a:lnTo>
                <a:cubicBezTo>
                  <a:pt x="52587" y="86543"/>
                  <a:pt x="66612" y="78171"/>
                  <a:pt x="83887" y="75747"/>
                </a:cubicBezTo>
                <a:close/>
                <a:moveTo>
                  <a:pt x="502698" y="75747"/>
                </a:moveTo>
                <a:cubicBezTo>
                  <a:pt x="519965" y="73324"/>
                  <a:pt x="540482" y="76849"/>
                  <a:pt x="561277" y="93314"/>
                </a:cubicBezTo>
                <a:lnTo>
                  <a:pt x="549487" y="108156"/>
                </a:lnTo>
                <a:cubicBezTo>
                  <a:pt x="510496" y="77266"/>
                  <a:pt x="477912" y="106487"/>
                  <a:pt x="476519" y="107692"/>
                </a:cubicBezTo>
                <a:lnTo>
                  <a:pt x="463615" y="93871"/>
                </a:lnTo>
                <a:cubicBezTo>
                  <a:pt x="471413" y="86543"/>
                  <a:pt x="485431" y="78171"/>
                  <a:pt x="502698" y="75747"/>
                </a:cubicBezTo>
                <a:close/>
                <a:moveTo>
                  <a:pt x="529332" y="39145"/>
                </a:moveTo>
                <a:cubicBezTo>
                  <a:pt x="545940" y="41924"/>
                  <a:pt x="564021" y="49347"/>
                  <a:pt x="582729" y="64179"/>
                </a:cubicBezTo>
                <a:lnTo>
                  <a:pt x="570938" y="79012"/>
                </a:lnTo>
                <a:cubicBezTo>
                  <a:pt x="509105" y="29971"/>
                  <a:pt x="457578" y="76509"/>
                  <a:pt x="455443" y="78549"/>
                </a:cubicBezTo>
                <a:lnTo>
                  <a:pt x="442445" y="64736"/>
                </a:lnTo>
                <a:cubicBezTo>
                  <a:pt x="442933" y="64249"/>
                  <a:pt x="479506" y="30806"/>
                  <a:pt x="529332" y="39145"/>
                </a:cubicBezTo>
                <a:close/>
                <a:moveTo>
                  <a:pt x="110597" y="39145"/>
                </a:moveTo>
                <a:cubicBezTo>
                  <a:pt x="127205" y="41924"/>
                  <a:pt x="145286" y="49347"/>
                  <a:pt x="163994" y="64179"/>
                </a:cubicBezTo>
                <a:lnTo>
                  <a:pt x="152203" y="79012"/>
                </a:lnTo>
                <a:cubicBezTo>
                  <a:pt x="90370" y="29971"/>
                  <a:pt x="38843" y="76509"/>
                  <a:pt x="36615" y="78549"/>
                </a:cubicBezTo>
                <a:lnTo>
                  <a:pt x="23710" y="64736"/>
                </a:lnTo>
                <a:cubicBezTo>
                  <a:pt x="24198" y="64249"/>
                  <a:pt x="60771" y="30806"/>
                  <a:pt x="110597" y="39145"/>
                </a:cubicBezTo>
                <a:close/>
                <a:moveTo>
                  <a:pt x="503361" y="390"/>
                </a:moveTo>
                <a:cubicBezTo>
                  <a:pt x="533331" y="-1922"/>
                  <a:pt x="569009" y="5599"/>
                  <a:pt x="606580" y="35475"/>
                </a:cubicBezTo>
                <a:lnTo>
                  <a:pt x="594787" y="50221"/>
                </a:lnTo>
                <a:cubicBezTo>
                  <a:pt x="507597" y="-19060"/>
                  <a:pt x="434799" y="46882"/>
                  <a:pt x="431735" y="49758"/>
                </a:cubicBezTo>
                <a:lnTo>
                  <a:pt x="418735" y="35938"/>
                </a:lnTo>
                <a:cubicBezTo>
                  <a:pt x="419316" y="35417"/>
                  <a:pt x="453411" y="4245"/>
                  <a:pt x="503361" y="390"/>
                </a:cubicBezTo>
                <a:close/>
                <a:moveTo>
                  <a:pt x="84544" y="390"/>
                </a:moveTo>
                <a:cubicBezTo>
                  <a:pt x="114509" y="-1922"/>
                  <a:pt x="150204" y="5599"/>
                  <a:pt x="187845" y="35475"/>
                </a:cubicBezTo>
                <a:lnTo>
                  <a:pt x="176052" y="50221"/>
                </a:lnTo>
                <a:cubicBezTo>
                  <a:pt x="88769" y="-19060"/>
                  <a:pt x="15971" y="46882"/>
                  <a:pt x="13000" y="49758"/>
                </a:cubicBezTo>
                <a:lnTo>
                  <a:pt x="0" y="35938"/>
                </a:lnTo>
                <a:cubicBezTo>
                  <a:pt x="581" y="35417"/>
                  <a:pt x="34603" y="4245"/>
                  <a:pt x="84544" y="39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7" name="wifi_307368">
            <a:extLst>
              <a:ext uri="{FF2B5EF4-FFF2-40B4-BE49-F238E27FC236}">
                <a16:creationId xmlns:a16="http://schemas.microsoft.com/office/drawing/2014/main" id="{123BD80B-65CB-49F7-B294-FC234FF47A7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7536277" y="3772108"/>
            <a:ext cx="812913" cy="423117"/>
          </a:xfrm>
          <a:custGeom>
            <a:avLst/>
            <a:gdLst>
              <a:gd name="connsiteX0" fmla="*/ 504199 w 607639"/>
              <a:gd name="connsiteY0" fmla="*/ 137461 h 316274"/>
              <a:gd name="connsiteX1" fmla="*/ 517104 w 607639"/>
              <a:gd name="connsiteY1" fmla="*/ 150347 h 316274"/>
              <a:gd name="connsiteX2" fmla="*/ 517104 w 607639"/>
              <a:gd name="connsiteY2" fmla="*/ 235574 h 316274"/>
              <a:gd name="connsiteX3" fmla="*/ 504199 w 607639"/>
              <a:gd name="connsiteY3" fmla="*/ 248460 h 316274"/>
              <a:gd name="connsiteX4" fmla="*/ 491206 w 607639"/>
              <a:gd name="connsiteY4" fmla="*/ 235574 h 316274"/>
              <a:gd name="connsiteX5" fmla="*/ 491206 w 607639"/>
              <a:gd name="connsiteY5" fmla="*/ 150347 h 316274"/>
              <a:gd name="connsiteX6" fmla="*/ 504199 w 607639"/>
              <a:gd name="connsiteY6" fmla="*/ 137461 h 316274"/>
              <a:gd name="connsiteX7" fmla="*/ 234851 w 607639"/>
              <a:gd name="connsiteY7" fmla="*/ 137461 h 316274"/>
              <a:gd name="connsiteX8" fmla="*/ 247756 w 607639"/>
              <a:gd name="connsiteY8" fmla="*/ 150347 h 316274"/>
              <a:gd name="connsiteX9" fmla="*/ 247756 w 607639"/>
              <a:gd name="connsiteY9" fmla="*/ 235574 h 316274"/>
              <a:gd name="connsiteX10" fmla="*/ 234851 w 607639"/>
              <a:gd name="connsiteY10" fmla="*/ 248460 h 316274"/>
              <a:gd name="connsiteX11" fmla="*/ 221858 w 607639"/>
              <a:gd name="connsiteY11" fmla="*/ 235574 h 316274"/>
              <a:gd name="connsiteX12" fmla="*/ 221858 w 607639"/>
              <a:gd name="connsiteY12" fmla="*/ 150347 h 316274"/>
              <a:gd name="connsiteX13" fmla="*/ 234851 w 607639"/>
              <a:gd name="connsiteY13" fmla="*/ 137461 h 316274"/>
              <a:gd name="connsiteX14" fmla="*/ 504199 w 607639"/>
              <a:gd name="connsiteY14" fmla="*/ 91029 h 316274"/>
              <a:gd name="connsiteX15" fmla="*/ 517104 w 607639"/>
              <a:gd name="connsiteY15" fmla="*/ 103917 h 316274"/>
              <a:gd name="connsiteX16" fmla="*/ 517104 w 607639"/>
              <a:gd name="connsiteY16" fmla="*/ 108272 h 316274"/>
              <a:gd name="connsiteX17" fmla="*/ 504199 w 607639"/>
              <a:gd name="connsiteY17" fmla="*/ 121160 h 316274"/>
              <a:gd name="connsiteX18" fmla="*/ 491206 w 607639"/>
              <a:gd name="connsiteY18" fmla="*/ 108272 h 316274"/>
              <a:gd name="connsiteX19" fmla="*/ 491206 w 607639"/>
              <a:gd name="connsiteY19" fmla="*/ 103917 h 316274"/>
              <a:gd name="connsiteX20" fmla="*/ 504199 w 607639"/>
              <a:gd name="connsiteY20" fmla="*/ 91029 h 316274"/>
              <a:gd name="connsiteX21" fmla="*/ 234851 w 607639"/>
              <a:gd name="connsiteY21" fmla="*/ 91029 h 316274"/>
              <a:gd name="connsiteX22" fmla="*/ 247756 w 607639"/>
              <a:gd name="connsiteY22" fmla="*/ 103917 h 316274"/>
              <a:gd name="connsiteX23" fmla="*/ 247756 w 607639"/>
              <a:gd name="connsiteY23" fmla="*/ 108272 h 316274"/>
              <a:gd name="connsiteX24" fmla="*/ 234851 w 607639"/>
              <a:gd name="connsiteY24" fmla="*/ 121160 h 316274"/>
              <a:gd name="connsiteX25" fmla="*/ 221858 w 607639"/>
              <a:gd name="connsiteY25" fmla="*/ 108272 h 316274"/>
              <a:gd name="connsiteX26" fmla="*/ 221858 w 607639"/>
              <a:gd name="connsiteY26" fmla="*/ 103917 h 316274"/>
              <a:gd name="connsiteX27" fmla="*/ 234851 w 607639"/>
              <a:gd name="connsiteY27" fmla="*/ 91029 h 316274"/>
              <a:gd name="connsiteX28" fmla="*/ 393818 w 607639"/>
              <a:gd name="connsiteY28" fmla="*/ 80656 h 316274"/>
              <a:gd name="connsiteX29" fmla="*/ 452473 w 607639"/>
              <a:gd name="connsiteY29" fmla="*/ 80656 h 316274"/>
              <a:gd name="connsiteX30" fmla="*/ 465379 w 607639"/>
              <a:gd name="connsiteY30" fmla="*/ 93543 h 316274"/>
              <a:gd name="connsiteX31" fmla="*/ 452473 w 607639"/>
              <a:gd name="connsiteY31" fmla="*/ 106431 h 316274"/>
              <a:gd name="connsiteX32" fmla="*/ 406724 w 607639"/>
              <a:gd name="connsiteY32" fmla="*/ 106431 h 316274"/>
              <a:gd name="connsiteX33" fmla="*/ 406724 w 607639"/>
              <a:gd name="connsiteY33" fmla="*/ 148649 h 316274"/>
              <a:gd name="connsiteX34" fmla="*/ 436096 w 607639"/>
              <a:gd name="connsiteY34" fmla="*/ 148649 h 316274"/>
              <a:gd name="connsiteX35" fmla="*/ 449002 w 607639"/>
              <a:gd name="connsiteY35" fmla="*/ 161536 h 316274"/>
              <a:gd name="connsiteX36" fmla="*/ 436096 w 607639"/>
              <a:gd name="connsiteY36" fmla="*/ 174424 h 316274"/>
              <a:gd name="connsiteX37" fmla="*/ 406724 w 607639"/>
              <a:gd name="connsiteY37" fmla="*/ 174424 h 316274"/>
              <a:gd name="connsiteX38" fmla="*/ 406724 w 607639"/>
              <a:gd name="connsiteY38" fmla="*/ 235573 h 316274"/>
              <a:gd name="connsiteX39" fmla="*/ 393818 w 607639"/>
              <a:gd name="connsiteY39" fmla="*/ 248460 h 316274"/>
              <a:gd name="connsiteX40" fmla="*/ 380912 w 607639"/>
              <a:gd name="connsiteY40" fmla="*/ 235573 h 316274"/>
              <a:gd name="connsiteX41" fmla="*/ 380912 w 607639"/>
              <a:gd name="connsiteY41" fmla="*/ 93543 h 316274"/>
              <a:gd name="connsiteX42" fmla="*/ 393818 w 607639"/>
              <a:gd name="connsiteY42" fmla="*/ 80656 h 316274"/>
              <a:gd name="connsiteX43" fmla="*/ 90104 w 607639"/>
              <a:gd name="connsiteY43" fmla="*/ 80656 h 316274"/>
              <a:gd name="connsiteX44" fmla="*/ 103009 w 607639"/>
              <a:gd name="connsiteY44" fmla="*/ 93543 h 316274"/>
              <a:gd name="connsiteX45" fmla="*/ 103009 w 607639"/>
              <a:gd name="connsiteY45" fmla="*/ 190688 h 316274"/>
              <a:gd name="connsiteX46" fmla="*/ 125704 w 607639"/>
              <a:gd name="connsiteY46" fmla="*/ 154692 h 316274"/>
              <a:gd name="connsiteX47" fmla="*/ 125793 w 607639"/>
              <a:gd name="connsiteY47" fmla="*/ 154515 h 316274"/>
              <a:gd name="connsiteX48" fmla="*/ 126327 w 607639"/>
              <a:gd name="connsiteY48" fmla="*/ 153804 h 316274"/>
              <a:gd name="connsiteX49" fmla="*/ 126594 w 607639"/>
              <a:gd name="connsiteY49" fmla="*/ 153448 h 316274"/>
              <a:gd name="connsiteX50" fmla="*/ 127039 w 607639"/>
              <a:gd name="connsiteY50" fmla="*/ 152826 h 316274"/>
              <a:gd name="connsiteX51" fmla="*/ 127484 w 607639"/>
              <a:gd name="connsiteY51" fmla="*/ 152382 h 316274"/>
              <a:gd name="connsiteX52" fmla="*/ 127929 w 607639"/>
              <a:gd name="connsiteY52" fmla="*/ 152026 h 316274"/>
              <a:gd name="connsiteX53" fmla="*/ 128463 w 607639"/>
              <a:gd name="connsiteY53" fmla="*/ 151493 h 316274"/>
              <a:gd name="connsiteX54" fmla="*/ 128908 w 607639"/>
              <a:gd name="connsiteY54" fmla="*/ 151226 h 316274"/>
              <a:gd name="connsiteX55" fmla="*/ 129531 w 607639"/>
              <a:gd name="connsiteY55" fmla="*/ 150782 h 316274"/>
              <a:gd name="connsiteX56" fmla="*/ 129798 w 607639"/>
              <a:gd name="connsiteY56" fmla="*/ 150604 h 316274"/>
              <a:gd name="connsiteX57" fmla="*/ 129976 w 607639"/>
              <a:gd name="connsiteY57" fmla="*/ 150515 h 316274"/>
              <a:gd name="connsiteX58" fmla="*/ 130688 w 607639"/>
              <a:gd name="connsiteY58" fmla="*/ 150071 h 316274"/>
              <a:gd name="connsiteX59" fmla="*/ 131133 w 607639"/>
              <a:gd name="connsiteY59" fmla="*/ 149893 h 316274"/>
              <a:gd name="connsiteX60" fmla="*/ 131756 w 607639"/>
              <a:gd name="connsiteY60" fmla="*/ 149626 h 316274"/>
              <a:gd name="connsiteX61" fmla="*/ 132379 w 607639"/>
              <a:gd name="connsiteY61" fmla="*/ 149360 h 316274"/>
              <a:gd name="connsiteX62" fmla="*/ 132913 w 607639"/>
              <a:gd name="connsiteY62" fmla="*/ 149182 h 316274"/>
              <a:gd name="connsiteX63" fmla="*/ 133536 w 607639"/>
              <a:gd name="connsiteY63" fmla="*/ 149004 h 316274"/>
              <a:gd name="connsiteX64" fmla="*/ 134070 w 607639"/>
              <a:gd name="connsiteY64" fmla="*/ 148915 h 316274"/>
              <a:gd name="connsiteX65" fmla="*/ 134782 w 607639"/>
              <a:gd name="connsiteY65" fmla="*/ 148737 h 316274"/>
              <a:gd name="connsiteX66" fmla="*/ 135316 w 607639"/>
              <a:gd name="connsiteY66" fmla="*/ 148737 h 316274"/>
              <a:gd name="connsiteX67" fmla="*/ 136028 w 607639"/>
              <a:gd name="connsiteY67" fmla="*/ 148649 h 316274"/>
              <a:gd name="connsiteX68" fmla="*/ 136651 w 607639"/>
              <a:gd name="connsiteY68" fmla="*/ 148649 h 316274"/>
              <a:gd name="connsiteX69" fmla="*/ 137273 w 607639"/>
              <a:gd name="connsiteY69" fmla="*/ 148649 h 316274"/>
              <a:gd name="connsiteX70" fmla="*/ 137985 w 607639"/>
              <a:gd name="connsiteY70" fmla="*/ 148737 h 316274"/>
              <a:gd name="connsiteX71" fmla="*/ 138430 w 607639"/>
              <a:gd name="connsiteY71" fmla="*/ 148737 h 316274"/>
              <a:gd name="connsiteX72" fmla="*/ 139231 w 607639"/>
              <a:gd name="connsiteY72" fmla="*/ 148915 h 316274"/>
              <a:gd name="connsiteX73" fmla="*/ 139676 w 607639"/>
              <a:gd name="connsiteY73" fmla="*/ 149004 h 316274"/>
              <a:gd name="connsiteX74" fmla="*/ 140388 w 607639"/>
              <a:gd name="connsiteY74" fmla="*/ 149182 h 316274"/>
              <a:gd name="connsiteX75" fmla="*/ 140922 w 607639"/>
              <a:gd name="connsiteY75" fmla="*/ 149360 h 316274"/>
              <a:gd name="connsiteX76" fmla="*/ 141545 w 607639"/>
              <a:gd name="connsiteY76" fmla="*/ 149626 h 316274"/>
              <a:gd name="connsiteX77" fmla="*/ 142079 w 607639"/>
              <a:gd name="connsiteY77" fmla="*/ 149893 h 316274"/>
              <a:gd name="connsiteX78" fmla="*/ 142613 w 607639"/>
              <a:gd name="connsiteY78" fmla="*/ 150071 h 316274"/>
              <a:gd name="connsiteX79" fmla="*/ 143325 w 607639"/>
              <a:gd name="connsiteY79" fmla="*/ 150515 h 316274"/>
              <a:gd name="connsiteX80" fmla="*/ 143503 w 607639"/>
              <a:gd name="connsiteY80" fmla="*/ 150604 h 316274"/>
              <a:gd name="connsiteX81" fmla="*/ 143681 w 607639"/>
              <a:gd name="connsiteY81" fmla="*/ 150782 h 316274"/>
              <a:gd name="connsiteX82" fmla="*/ 144393 w 607639"/>
              <a:gd name="connsiteY82" fmla="*/ 151226 h 316274"/>
              <a:gd name="connsiteX83" fmla="*/ 144749 w 607639"/>
              <a:gd name="connsiteY83" fmla="*/ 151493 h 316274"/>
              <a:gd name="connsiteX84" fmla="*/ 145283 w 607639"/>
              <a:gd name="connsiteY84" fmla="*/ 152026 h 316274"/>
              <a:gd name="connsiteX85" fmla="*/ 145728 w 607639"/>
              <a:gd name="connsiteY85" fmla="*/ 152382 h 316274"/>
              <a:gd name="connsiteX86" fmla="*/ 146173 w 607639"/>
              <a:gd name="connsiteY86" fmla="*/ 152826 h 316274"/>
              <a:gd name="connsiteX87" fmla="*/ 146618 w 607639"/>
              <a:gd name="connsiteY87" fmla="*/ 153448 h 316274"/>
              <a:gd name="connsiteX88" fmla="*/ 146974 w 607639"/>
              <a:gd name="connsiteY88" fmla="*/ 153804 h 316274"/>
              <a:gd name="connsiteX89" fmla="*/ 147419 w 607639"/>
              <a:gd name="connsiteY89" fmla="*/ 154515 h 316274"/>
              <a:gd name="connsiteX90" fmla="*/ 147597 w 607639"/>
              <a:gd name="connsiteY90" fmla="*/ 154692 h 316274"/>
              <a:gd name="connsiteX91" fmla="*/ 170203 w 607639"/>
              <a:gd name="connsiteY91" fmla="*/ 190688 h 316274"/>
              <a:gd name="connsiteX92" fmla="*/ 170203 w 607639"/>
              <a:gd name="connsiteY92" fmla="*/ 93543 h 316274"/>
              <a:gd name="connsiteX93" fmla="*/ 183197 w 607639"/>
              <a:gd name="connsiteY93" fmla="*/ 80656 h 316274"/>
              <a:gd name="connsiteX94" fmla="*/ 196102 w 607639"/>
              <a:gd name="connsiteY94" fmla="*/ 93543 h 316274"/>
              <a:gd name="connsiteX95" fmla="*/ 196102 w 607639"/>
              <a:gd name="connsiteY95" fmla="*/ 235573 h 316274"/>
              <a:gd name="connsiteX96" fmla="*/ 186757 w 607639"/>
              <a:gd name="connsiteY96" fmla="*/ 247927 h 316274"/>
              <a:gd name="connsiteX97" fmla="*/ 183197 w 607639"/>
              <a:gd name="connsiteY97" fmla="*/ 248460 h 316274"/>
              <a:gd name="connsiteX98" fmla="*/ 172250 w 607639"/>
              <a:gd name="connsiteY98" fmla="*/ 242416 h 316274"/>
              <a:gd name="connsiteX99" fmla="*/ 136651 w 607639"/>
              <a:gd name="connsiteY99" fmla="*/ 185800 h 316274"/>
              <a:gd name="connsiteX100" fmla="*/ 101051 w 607639"/>
              <a:gd name="connsiteY100" fmla="*/ 242416 h 316274"/>
              <a:gd name="connsiteX101" fmla="*/ 90104 w 607639"/>
              <a:gd name="connsiteY101" fmla="*/ 248460 h 316274"/>
              <a:gd name="connsiteX102" fmla="*/ 86544 w 607639"/>
              <a:gd name="connsiteY102" fmla="*/ 247927 h 316274"/>
              <a:gd name="connsiteX103" fmla="*/ 77199 w 607639"/>
              <a:gd name="connsiteY103" fmla="*/ 235573 h 316274"/>
              <a:gd name="connsiteX104" fmla="*/ 77199 w 607639"/>
              <a:gd name="connsiteY104" fmla="*/ 93543 h 316274"/>
              <a:gd name="connsiteX105" fmla="*/ 90104 w 607639"/>
              <a:gd name="connsiteY105" fmla="*/ 80656 h 316274"/>
              <a:gd name="connsiteX106" fmla="*/ 306712 w 607639"/>
              <a:gd name="connsiteY106" fmla="*/ 25860 h 316274"/>
              <a:gd name="connsiteX107" fmla="*/ 316770 w 607639"/>
              <a:gd name="connsiteY107" fmla="*/ 58385 h 316274"/>
              <a:gd name="connsiteX108" fmla="*/ 316770 w 607639"/>
              <a:gd name="connsiteY108" fmla="*/ 257800 h 316274"/>
              <a:gd name="connsiteX109" fmla="*/ 349346 w 607639"/>
              <a:gd name="connsiteY109" fmla="*/ 290414 h 316274"/>
              <a:gd name="connsiteX110" fmla="*/ 549073 w 607639"/>
              <a:gd name="connsiteY110" fmla="*/ 290414 h 316274"/>
              <a:gd name="connsiteX111" fmla="*/ 581738 w 607639"/>
              <a:gd name="connsiteY111" fmla="*/ 257800 h 316274"/>
              <a:gd name="connsiteX112" fmla="*/ 581738 w 607639"/>
              <a:gd name="connsiteY112" fmla="*/ 58385 h 316274"/>
              <a:gd name="connsiteX113" fmla="*/ 549073 w 607639"/>
              <a:gd name="connsiteY113" fmla="*/ 25860 h 316274"/>
              <a:gd name="connsiteX114" fmla="*/ 58476 w 607639"/>
              <a:gd name="connsiteY114" fmla="*/ 25860 h 316274"/>
              <a:gd name="connsiteX115" fmla="*/ 25901 w 607639"/>
              <a:gd name="connsiteY115" fmla="*/ 58385 h 316274"/>
              <a:gd name="connsiteX116" fmla="*/ 25901 w 607639"/>
              <a:gd name="connsiteY116" fmla="*/ 257800 h 316274"/>
              <a:gd name="connsiteX117" fmla="*/ 58476 w 607639"/>
              <a:gd name="connsiteY117" fmla="*/ 290414 h 316274"/>
              <a:gd name="connsiteX118" fmla="*/ 300838 w 607639"/>
              <a:gd name="connsiteY118" fmla="*/ 290414 h 316274"/>
              <a:gd name="connsiteX119" fmla="*/ 290869 w 607639"/>
              <a:gd name="connsiteY119" fmla="*/ 257800 h 316274"/>
              <a:gd name="connsiteX120" fmla="*/ 290869 w 607639"/>
              <a:gd name="connsiteY120" fmla="*/ 58385 h 316274"/>
              <a:gd name="connsiteX121" fmla="*/ 258204 w 607639"/>
              <a:gd name="connsiteY121" fmla="*/ 25860 h 316274"/>
              <a:gd name="connsiteX122" fmla="*/ 58476 w 607639"/>
              <a:gd name="connsiteY122" fmla="*/ 0 h 316274"/>
              <a:gd name="connsiteX123" fmla="*/ 549073 w 607639"/>
              <a:gd name="connsiteY123" fmla="*/ 0 h 316274"/>
              <a:gd name="connsiteX124" fmla="*/ 607639 w 607639"/>
              <a:gd name="connsiteY124" fmla="*/ 58385 h 316274"/>
              <a:gd name="connsiteX125" fmla="*/ 607639 w 607639"/>
              <a:gd name="connsiteY125" fmla="*/ 257800 h 316274"/>
              <a:gd name="connsiteX126" fmla="*/ 549073 w 607639"/>
              <a:gd name="connsiteY126" fmla="*/ 316274 h 316274"/>
              <a:gd name="connsiteX127" fmla="*/ 58476 w 607639"/>
              <a:gd name="connsiteY127" fmla="*/ 316274 h 316274"/>
              <a:gd name="connsiteX128" fmla="*/ 0 w 607639"/>
              <a:gd name="connsiteY128" fmla="*/ 257800 h 316274"/>
              <a:gd name="connsiteX129" fmla="*/ 0 w 607639"/>
              <a:gd name="connsiteY129" fmla="*/ 58385 h 316274"/>
              <a:gd name="connsiteX130" fmla="*/ 58476 w 607639"/>
              <a:gd name="connsiteY130" fmla="*/ 0 h 316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</a:cxnLst>
            <a:rect l="l" t="t" r="r" b="b"/>
            <a:pathLst>
              <a:path w="607639" h="316274">
                <a:moveTo>
                  <a:pt x="504199" y="137461"/>
                </a:moveTo>
                <a:cubicBezTo>
                  <a:pt x="511319" y="137461"/>
                  <a:pt x="517104" y="143238"/>
                  <a:pt x="517104" y="150347"/>
                </a:cubicBezTo>
                <a:lnTo>
                  <a:pt x="517104" y="235574"/>
                </a:lnTo>
                <a:cubicBezTo>
                  <a:pt x="517104" y="242683"/>
                  <a:pt x="511319" y="248460"/>
                  <a:pt x="504199" y="248460"/>
                </a:cubicBezTo>
                <a:cubicBezTo>
                  <a:pt x="496991" y="248460"/>
                  <a:pt x="491206" y="242683"/>
                  <a:pt x="491206" y="235574"/>
                </a:cubicBezTo>
                <a:lnTo>
                  <a:pt x="491206" y="150347"/>
                </a:lnTo>
                <a:cubicBezTo>
                  <a:pt x="491206" y="143238"/>
                  <a:pt x="496991" y="137461"/>
                  <a:pt x="504199" y="137461"/>
                </a:cubicBezTo>
                <a:close/>
                <a:moveTo>
                  <a:pt x="234851" y="137461"/>
                </a:moveTo>
                <a:cubicBezTo>
                  <a:pt x="241971" y="137461"/>
                  <a:pt x="247756" y="143238"/>
                  <a:pt x="247756" y="150347"/>
                </a:cubicBezTo>
                <a:lnTo>
                  <a:pt x="247756" y="235574"/>
                </a:lnTo>
                <a:cubicBezTo>
                  <a:pt x="247756" y="242683"/>
                  <a:pt x="241971" y="248460"/>
                  <a:pt x="234851" y="248460"/>
                </a:cubicBezTo>
                <a:cubicBezTo>
                  <a:pt x="227643" y="248460"/>
                  <a:pt x="221858" y="242683"/>
                  <a:pt x="221858" y="235574"/>
                </a:cubicBezTo>
                <a:lnTo>
                  <a:pt x="221858" y="150347"/>
                </a:lnTo>
                <a:cubicBezTo>
                  <a:pt x="221858" y="143238"/>
                  <a:pt x="227643" y="137461"/>
                  <a:pt x="234851" y="137461"/>
                </a:cubicBezTo>
                <a:close/>
                <a:moveTo>
                  <a:pt x="504199" y="91029"/>
                </a:moveTo>
                <a:cubicBezTo>
                  <a:pt x="511319" y="91029"/>
                  <a:pt x="517104" y="96806"/>
                  <a:pt x="517104" y="103917"/>
                </a:cubicBezTo>
                <a:lnTo>
                  <a:pt x="517104" y="108272"/>
                </a:lnTo>
                <a:cubicBezTo>
                  <a:pt x="517104" y="115383"/>
                  <a:pt x="511319" y="121160"/>
                  <a:pt x="504199" y="121160"/>
                </a:cubicBezTo>
                <a:cubicBezTo>
                  <a:pt x="496991" y="121160"/>
                  <a:pt x="491206" y="115383"/>
                  <a:pt x="491206" y="108272"/>
                </a:cubicBezTo>
                <a:lnTo>
                  <a:pt x="491206" y="103917"/>
                </a:lnTo>
                <a:cubicBezTo>
                  <a:pt x="491206" y="96806"/>
                  <a:pt x="496991" y="91029"/>
                  <a:pt x="504199" y="91029"/>
                </a:cubicBezTo>
                <a:close/>
                <a:moveTo>
                  <a:pt x="234851" y="91029"/>
                </a:moveTo>
                <a:cubicBezTo>
                  <a:pt x="241971" y="91029"/>
                  <a:pt x="247756" y="96806"/>
                  <a:pt x="247756" y="103917"/>
                </a:cubicBezTo>
                <a:lnTo>
                  <a:pt x="247756" y="108272"/>
                </a:lnTo>
                <a:cubicBezTo>
                  <a:pt x="247756" y="115383"/>
                  <a:pt x="241971" y="121160"/>
                  <a:pt x="234851" y="121160"/>
                </a:cubicBezTo>
                <a:cubicBezTo>
                  <a:pt x="227643" y="121160"/>
                  <a:pt x="221858" y="115383"/>
                  <a:pt x="221858" y="108272"/>
                </a:cubicBezTo>
                <a:lnTo>
                  <a:pt x="221858" y="103917"/>
                </a:lnTo>
                <a:cubicBezTo>
                  <a:pt x="221858" y="96806"/>
                  <a:pt x="227643" y="91029"/>
                  <a:pt x="234851" y="91029"/>
                </a:cubicBezTo>
                <a:close/>
                <a:moveTo>
                  <a:pt x="393818" y="80656"/>
                </a:moveTo>
                <a:lnTo>
                  <a:pt x="452473" y="80656"/>
                </a:lnTo>
                <a:cubicBezTo>
                  <a:pt x="459594" y="80656"/>
                  <a:pt x="465379" y="86433"/>
                  <a:pt x="465379" y="93543"/>
                </a:cubicBezTo>
                <a:cubicBezTo>
                  <a:pt x="465379" y="100654"/>
                  <a:pt x="459594" y="106431"/>
                  <a:pt x="452473" y="106431"/>
                </a:cubicBezTo>
                <a:lnTo>
                  <a:pt x="406724" y="106431"/>
                </a:lnTo>
                <a:lnTo>
                  <a:pt x="406724" y="148649"/>
                </a:lnTo>
                <a:lnTo>
                  <a:pt x="436096" y="148649"/>
                </a:lnTo>
                <a:cubicBezTo>
                  <a:pt x="443216" y="148649"/>
                  <a:pt x="449002" y="154426"/>
                  <a:pt x="449002" y="161536"/>
                </a:cubicBezTo>
                <a:cubicBezTo>
                  <a:pt x="449002" y="168646"/>
                  <a:pt x="443216" y="174424"/>
                  <a:pt x="436096" y="174424"/>
                </a:cubicBezTo>
                <a:lnTo>
                  <a:pt x="406724" y="174424"/>
                </a:lnTo>
                <a:lnTo>
                  <a:pt x="406724" y="235573"/>
                </a:lnTo>
                <a:cubicBezTo>
                  <a:pt x="406724" y="242683"/>
                  <a:pt x="400938" y="248460"/>
                  <a:pt x="393818" y="248460"/>
                </a:cubicBezTo>
                <a:cubicBezTo>
                  <a:pt x="386697" y="248460"/>
                  <a:pt x="380912" y="242683"/>
                  <a:pt x="380912" y="235573"/>
                </a:cubicBezTo>
                <a:lnTo>
                  <a:pt x="380912" y="93543"/>
                </a:lnTo>
                <a:cubicBezTo>
                  <a:pt x="380912" y="86433"/>
                  <a:pt x="386697" y="80656"/>
                  <a:pt x="393818" y="80656"/>
                </a:cubicBezTo>
                <a:close/>
                <a:moveTo>
                  <a:pt x="90104" y="80656"/>
                </a:moveTo>
                <a:cubicBezTo>
                  <a:pt x="97224" y="80656"/>
                  <a:pt x="103009" y="86433"/>
                  <a:pt x="103009" y="93543"/>
                </a:cubicBezTo>
                <a:lnTo>
                  <a:pt x="103009" y="190688"/>
                </a:lnTo>
                <a:lnTo>
                  <a:pt x="125704" y="154692"/>
                </a:lnTo>
                <a:cubicBezTo>
                  <a:pt x="125704" y="154604"/>
                  <a:pt x="125793" y="154515"/>
                  <a:pt x="125793" y="154515"/>
                </a:cubicBezTo>
                <a:cubicBezTo>
                  <a:pt x="125971" y="154248"/>
                  <a:pt x="126149" y="154070"/>
                  <a:pt x="126327" y="153804"/>
                </a:cubicBezTo>
                <a:cubicBezTo>
                  <a:pt x="126416" y="153715"/>
                  <a:pt x="126505" y="153537"/>
                  <a:pt x="126594" y="153448"/>
                </a:cubicBezTo>
                <a:cubicBezTo>
                  <a:pt x="126772" y="153270"/>
                  <a:pt x="126950" y="153004"/>
                  <a:pt x="127039" y="152826"/>
                </a:cubicBezTo>
                <a:cubicBezTo>
                  <a:pt x="127217" y="152737"/>
                  <a:pt x="127395" y="152559"/>
                  <a:pt x="127484" y="152382"/>
                </a:cubicBezTo>
                <a:cubicBezTo>
                  <a:pt x="127662" y="152293"/>
                  <a:pt x="127751" y="152115"/>
                  <a:pt x="127929" y="152026"/>
                </a:cubicBezTo>
                <a:cubicBezTo>
                  <a:pt x="128107" y="151848"/>
                  <a:pt x="128285" y="151671"/>
                  <a:pt x="128463" y="151493"/>
                </a:cubicBezTo>
                <a:cubicBezTo>
                  <a:pt x="128641" y="151404"/>
                  <a:pt x="128730" y="151315"/>
                  <a:pt x="128908" y="151226"/>
                </a:cubicBezTo>
                <a:cubicBezTo>
                  <a:pt x="129086" y="151048"/>
                  <a:pt x="129353" y="150871"/>
                  <a:pt x="129531" y="150782"/>
                </a:cubicBezTo>
                <a:cubicBezTo>
                  <a:pt x="129620" y="150693"/>
                  <a:pt x="129709" y="150693"/>
                  <a:pt x="129798" y="150604"/>
                </a:cubicBezTo>
                <a:cubicBezTo>
                  <a:pt x="129798" y="150604"/>
                  <a:pt x="129887" y="150515"/>
                  <a:pt x="129976" y="150515"/>
                </a:cubicBezTo>
                <a:cubicBezTo>
                  <a:pt x="130154" y="150337"/>
                  <a:pt x="130421" y="150248"/>
                  <a:pt x="130688" y="150071"/>
                </a:cubicBezTo>
                <a:cubicBezTo>
                  <a:pt x="130777" y="150071"/>
                  <a:pt x="130955" y="149982"/>
                  <a:pt x="131133" y="149893"/>
                </a:cubicBezTo>
                <a:cubicBezTo>
                  <a:pt x="131311" y="149804"/>
                  <a:pt x="131578" y="149715"/>
                  <a:pt x="131756" y="149626"/>
                </a:cubicBezTo>
                <a:cubicBezTo>
                  <a:pt x="131934" y="149537"/>
                  <a:pt x="132112" y="149449"/>
                  <a:pt x="132379" y="149360"/>
                </a:cubicBezTo>
                <a:cubicBezTo>
                  <a:pt x="132557" y="149271"/>
                  <a:pt x="132735" y="149271"/>
                  <a:pt x="132913" y="149182"/>
                </a:cubicBezTo>
                <a:cubicBezTo>
                  <a:pt x="133091" y="149093"/>
                  <a:pt x="133358" y="149093"/>
                  <a:pt x="133536" y="149004"/>
                </a:cubicBezTo>
                <a:cubicBezTo>
                  <a:pt x="133714" y="149004"/>
                  <a:pt x="133892" y="148915"/>
                  <a:pt x="134070" y="148915"/>
                </a:cubicBezTo>
                <a:cubicBezTo>
                  <a:pt x="134337" y="148826"/>
                  <a:pt x="134604" y="148826"/>
                  <a:pt x="134782" y="148737"/>
                </a:cubicBezTo>
                <a:cubicBezTo>
                  <a:pt x="134960" y="148737"/>
                  <a:pt x="135138" y="148737"/>
                  <a:pt x="135316" y="148737"/>
                </a:cubicBezTo>
                <a:cubicBezTo>
                  <a:pt x="135583" y="148649"/>
                  <a:pt x="135761" y="148649"/>
                  <a:pt x="136028" y="148649"/>
                </a:cubicBezTo>
                <a:cubicBezTo>
                  <a:pt x="136206" y="148649"/>
                  <a:pt x="136473" y="148649"/>
                  <a:pt x="136651" y="148649"/>
                </a:cubicBezTo>
                <a:cubicBezTo>
                  <a:pt x="136829" y="148649"/>
                  <a:pt x="137006" y="148649"/>
                  <a:pt x="137273" y="148649"/>
                </a:cubicBezTo>
                <a:cubicBezTo>
                  <a:pt x="137451" y="148649"/>
                  <a:pt x="137718" y="148649"/>
                  <a:pt x="137985" y="148737"/>
                </a:cubicBezTo>
                <a:cubicBezTo>
                  <a:pt x="138074" y="148737"/>
                  <a:pt x="138252" y="148737"/>
                  <a:pt x="138430" y="148737"/>
                </a:cubicBezTo>
                <a:cubicBezTo>
                  <a:pt x="138697" y="148826"/>
                  <a:pt x="138964" y="148826"/>
                  <a:pt x="139231" y="148915"/>
                </a:cubicBezTo>
                <a:cubicBezTo>
                  <a:pt x="139320" y="148915"/>
                  <a:pt x="139498" y="149004"/>
                  <a:pt x="139676" y="149004"/>
                </a:cubicBezTo>
                <a:cubicBezTo>
                  <a:pt x="139943" y="149093"/>
                  <a:pt x="140121" y="149093"/>
                  <a:pt x="140388" y="149182"/>
                </a:cubicBezTo>
                <a:cubicBezTo>
                  <a:pt x="140566" y="149271"/>
                  <a:pt x="140744" y="149271"/>
                  <a:pt x="140922" y="149360"/>
                </a:cubicBezTo>
                <a:cubicBezTo>
                  <a:pt x="141100" y="149449"/>
                  <a:pt x="141278" y="149537"/>
                  <a:pt x="141545" y="149626"/>
                </a:cubicBezTo>
                <a:cubicBezTo>
                  <a:pt x="141723" y="149715"/>
                  <a:pt x="141901" y="149804"/>
                  <a:pt x="142079" y="149893"/>
                </a:cubicBezTo>
                <a:cubicBezTo>
                  <a:pt x="142257" y="149982"/>
                  <a:pt x="142435" y="150071"/>
                  <a:pt x="142613" y="150071"/>
                </a:cubicBezTo>
                <a:cubicBezTo>
                  <a:pt x="142880" y="150248"/>
                  <a:pt x="143058" y="150337"/>
                  <a:pt x="143325" y="150515"/>
                </a:cubicBezTo>
                <a:cubicBezTo>
                  <a:pt x="143325" y="150515"/>
                  <a:pt x="143414" y="150604"/>
                  <a:pt x="143503" y="150604"/>
                </a:cubicBezTo>
                <a:cubicBezTo>
                  <a:pt x="143592" y="150693"/>
                  <a:pt x="143592" y="150693"/>
                  <a:pt x="143681" y="150782"/>
                </a:cubicBezTo>
                <a:cubicBezTo>
                  <a:pt x="143948" y="150871"/>
                  <a:pt x="144126" y="151048"/>
                  <a:pt x="144393" y="151226"/>
                </a:cubicBezTo>
                <a:cubicBezTo>
                  <a:pt x="144482" y="151315"/>
                  <a:pt x="144660" y="151404"/>
                  <a:pt x="144749" y="151493"/>
                </a:cubicBezTo>
                <a:cubicBezTo>
                  <a:pt x="144927" y="151671"/>
                  <a:pt x="145105" y="151848"/>
                  <a:pt x="145283" y="152026"/>
                </a:cubicBezTo>
                <a:cubicBezTo>
                  <a:pt x="145461" y="152115"/>
                  <a:pt x="145639" y="152293"/>
                  <a:pt x="145728" y="152382"/>
                </a:cubicBezTo>
                <a:cubicBezTo>
                  <a:pt x="145906" y="152559"/>
                  <a:pt x="146084" y="152737"/>
                  <a:pt x="146173" y="152826"/>
                </a:cubicBezTo>
                <a:cubicBezTo>
                  <a:pt x="146351" y="153004"/>
                  <a:pt x="146529" y="153270"/>
                  <a:pt x="146618" y="153448"/>
                </a:cubicBezTo>
                <a:cubicBezTo>
                  <a:pt x="146796" y="153537"/>
                  <a:pt x="146885" y="153715"/>
                  <a:pt x="146974" y="153804"/>
                </a:cubicBezTo>
                <a:cubicBezTo>
                  <a:pt x="147152" y="154070"/>
                  <a:pt x="147330" y="154248"/>
                  <a:pt x="147419" y="154515"/>
                </a:cubicBezTo>
                <a:cubicBezTo>
                  <a:pt x="147508" y="154515"/>
                  <a:pt x="147508" y="154604"/>
                  <a:pt x="147597" y="154692"/>
                </a:cubicBezTo>
                <a:lnTo>
                  <a:pt x="170203" y="190688"/>
                </a:lnTo>
                <a:lnTo>
                  <a:pt x="170203" y="93543"/>
                </a:lnTo>
                <a:cubicBezTo>
                  <a:pt x="170203" y="86433"/>
                  <a:pt x="175988" y="80656"/>
                  <a:pt x="183197" y="80656"/>
                </a:cubicBezTo>
                <a:cubicBezTo>
                  <a:pt x="190317" y="80656"/>
                  <a:pt x="196102" y="86433"/>
                  <a:pt x="196102" y="93543"/>
                </a:cubicBezTo>
                <a:lnTo>
                  <a:pt x="196102" y="235573"/>
                </a:lnTo>
                <a:cubicBezTo>
                  <a:pt x="196102" y="241350"/>
                  <a:pt x="192275" y="246416"/>
                  <a:pt x="186757" y="247927"/>
                </a:cubicBezTo>
                <a:cubicBezTo>
                  <a:pt x="185600" y="248282"/>
                  <a:pt x="184354" y="248460"/>
                  <a:pt x="183197" y="248460"/>
                </a:cubicBezTo>
                <a:cubicBezTo>
                  <a:pt x="178836" y="248460"/>
                  <a:pt x="174653" y="246238"/>
                  <a:pt x="172250" y="242416"/>
                </a:cubicBezTo>
                <a:lnTo>
                  <a:pt x="136651" y="185800"/>
                </a:lnTo>
                <a:lnTo>
                  <a:pt x="101051" y="242416"/>
                </a:lnTo>
                <a:cubicBezTo>
                  <a:pt x="98648" y="246238"/>
                  <a:pt x="94465" y="248460"/>
                  <a:pt x="90104" y="248460"/>
                </a:cubicBezTo>
                <a:cubicBezTo>
                  <a:pt x="88947" y="248460"/>
                  <a:pt x="87701" y="248282"/>
                  <a:pt x="86544" y="247927"/>
                </a:cubicBezTo>
                <a:cubicBezTo>
                  <a:pt x="81026" y="246416"/>
                  <a:pt x="77199" y="241350"/>
                  <a:pt x="77199" y="235573"/>
                </a:cubicBezTo>
                <a:lnTo>
                  <a:pt x="77199" y="93543"/>
                </a:lnTo>
                <a:cubicBezTo>
                  <a:pt x="77199" y="86433"/>
                  <a:pt x="82984" y="80656"/>
                  <a:pt x="90104" y="80656"/>
                </a:cubicBezTo>
                <a:close/>
                <a:moveTo>
                  <a:pt x="306712" y="25860"/>
                </a:moveTo>
                <a:cubicBezTo>
                  <a:pt x="313032" y="35102"/>
                  <a:pt x="316770" y="46388"/>
                  <a:pt x="316770" y="58385"/>
                </a:cubicBezTo>
                <a:lnTo>
                  <a:pt x="316770" y="257800"/>
                </a:lnTo>
                <a:cubicBezTo>
                  <a:pt x="316770" y="275840"/>
                  <a:pt x="331367" y="290414"/>
                  <a:pt x="349346" y="290414"/>
                </a:cubicBezTo>
                <a:lnTo>
                  <a:pt x="549073" y="290414"/>
                </a:lnTo>
                <a:cubicBezTo>
                  <a:pt x="567142" y="290414"/>
                  <a:pt x="581738" y="275840"/>
                  <a:pt x="581738" y="257800"/>
                </a:cubicBezTo>
                <a:lnTo>
                  <a:pt x="581738" y="58385"/>
                </a:lnTo>
                <a:cubicBezTo>
                  <a:pt x="581738" y="40434"/>
                  <a:pt x="567142" y="25860"/>
                  <a:pt x="549073" y="25860"/>
                </a:cubicBezTo>
                <a:close/>
                <a:moveTo>
                  <a:pt x="58476" y="25860"/>
                </a:moveTo>
                <a:cubicBezTo>
                  <a:pt x="40497" y="25860"/>
                  <a:pt x="25901" y="40434"/>
                  <a:pt x="25901" y="58385"/>
                </a:cubicBezTo>
                <a:lnTo>
                  <a:pt x="25901" y="257800"/>
                </a:lnTo>
                <a:cubicBezTo>
                  <a:pt x="25901" y="275840"/>
                  <a:pt x="40497" y="290414"/>
                  <a:pt x="58476" y="290414"/>
                </a:cubicBezTo>
                <a:lnTo>
                  <a:pt x="300838" y="290414"/>
                </a:lnTo>
                <a:cubicBezTo>
                  <a:pt x="294518" y="281083"/>
                  <a:pt x="290869" y="269886"/>
                  <a:pt x="290869" y="257800"/>
                </a:cubicBezTo>
                <a:lnTo>
                  <a:pt x="290869" y="58385"/>
                </a:lnTo>
                <a:cubicBezTo>
                  <a:pt x="290869" y="40434"/>
                  <a:pt x="276272" y="25860"/>
                  <a:pt x="258204" y="25860"/>
                </a:cubicBezTo>
                <a:close/>
                <a:moveTo>
                  <a:pt x="58476" y="0"/>
                </a:moveTo>
                <a:lnTo>
                  <a:pt x="549073" y="0"/>
                </a:lnTo>
                <a:cubicBezTo>
                  <a:pt x="581382" y="0"/>
                  <a:pt x="607639" y="26215"/>
                  <a:pt x="607639" y="58385"/>
                </a:cubicBezTo>
                <a:lnTo>
                  <a:pt x="607639" y="257800"/>
                </a:lnTo>
                <a:cubicBezTo>
                  <a:pt x="607639" y="290059"/>
                  <a:pt x="581382" y="316274"/>
                  <a:pt x="549073" y="316274"/>
                </a:cubicBezTo>
                <a:lnTo>
                  <a:pt x="58476" y="316274"/>
                </a:lnTo>
                <a:cubicBezTo>
                  <a:pt x="26257" y="316274"/>
                  <a:pt x="0" y="290059"/>
                  <a:pt x="0" y="257800"/>
                </a:cubicBezTo>
                <a:lnTo>
                  <a:pt x="0" y="58385"/>
                </a:lnTo>
                <a:cubicBezTo>
                  <a:pt x="0" y="26215"/>
                  <a:pt x="26257" y="0"/>
                  <a:pt x="58476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8" name="broadcast-communications-tower_21915">
            <a:extLst>
              <a:ext uri="{FF2B5EF4-FFF2-40B4-BE49-F238E27FC236}">
                <a16:creationId xmlns:a16="http://schemas.microsoft.com/office/drawing/2014/main" id="{A92BFE75-B3F8-4C09-8610-807F6DF2671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92201" y="5760249"/>
            <a:ext cx="764531" cy="845880"/>
          </a:xfrm>
          <a:custGeom>
            <a:avLst/>
            <a:gdLst>
              <a:gd name="T0" fmla="*/ 62 w 704"/>
              <a:gd name="T1" fmla="*/ 551 h 780"/>
              <a:gd name="T2" fmla="*/ 0 w 704"/>
              <a:gd name="T3" fmla="*/ 352 h 780"/>
              <a:gd name="T4" fmla="*/ 352 w 704"/>
              <a:gd name="T5" fmla="*/ 0 h 780"/>
              <a:gd name="T6" fmla="*/ 704 w 704"/>
              <a:gd name="T7" fmla="*/ 352 h 780"/>
              <a:gd name="T8" fmla="*/ 642 w 704"/>
              <a:gd name="T9" fmla="*/ 551 h 780"/>
              <a:gd name="T10" fmla="*/ 679 w 704"/>
              <a:gd name="T11" fmla="*/ 399 h 780"/>
              <a:gd name="T12" fmla="*/ 352 w 704"/>
              <a:gd name="T13" fmla="*/ 72 h 780"/>
              <a:gd name="T14" fmla="*/ 24 w 704"/>
              <a:gd name="T15" fmla="*/ 399 h 780"/>
              <a:gd name="T16" fmla="*/ 62 w 704"/>
              <a:gd name="T17" fmla="*/ 551 h 780"/>
              <a:gd name="T18" fmla="*/ 544 w 704"/>
              <a:gd name="T19" fmla="*/ 362 h 780"/>
              <a:gd name="T20" fmla="*/ 352 w 704"/>
              <a:gd name="T21" fmla="*/ 170 h 780"/>
              <a:gd name="T22" fmla="*/ 160 w 704"/>
              <a:gd name="T23" fmla="*/ 362 h 780"/>
              <a:gd name="T24" fmla="*/ 182 w 704"/>
              <a:gd name="T25" fmla="*/ 450 h 780"/>
              <a:gd name="T26" fmla="*/ 173 w 704"/>
              <a:gd name="T27" fmla="*/ 399 h 780"/>
              <a:gd name="T28" fmla="*/ 352 w 704"/>
              <a:gd name="T29" fmla="*/ 221 h 780"/>
              <a:gd name="T30" fmla="*/ 530 w 704"/>
              <a:gd name="T31" fmla="*/ 399 h 780"/>
              <a:gd name="T32" fmla="*/ 522 w 704"/>
              <a:gd name="T33" fmla="*/ 450 h 780"/>
              <a:gd name="T34" fmla="*/ 544 w 704"/>
              <a:gd name="T35" fmla="*/ 362 h 780"/>
              <a:gd name="T36" fmla="*/ 352 w 704"/>
              <a:gd name="T37" fmla="*/ 304 h 780"/>
              <a:gd name="T38" fmla="*/ 293 w 704"/>
              <a:gd name="T39" fmla="*/ 362 h 780"/>
              <a:gd name="T40" fmla="*/ 352 w 704"/>
              <a:gd name="T41" fmla="*/ 420 h 780"/>
              <a:gd name="T42" fmla="*/ 410 w 704"/>
              <a:gd name="T43" fmla="*/ 362 h 780"/>
              <a:gd name="T44" fmla="*/ 352 w 704"/>
              <a:gd name="T45" fmla="*/ 304 h 780"/>
              <a:gd name="T46" fmla="*/ 216 w 704"/>
              <a:gd name="T47" fmla="*/ 780 h 780"/>
              <a:gd name="T48" fmla="*/ 285 w 704"/>
              <a:gd name="T49" fmla="*/ 449 h 780"/>
              <a:gd name="T50" fmla="*/ 419 w 704"/>
              <a:gd name="T51" fmla="*/ 449 h 780"/>
              <a:gd name="T52" fmla="*/ 488 w 704"/>
              <a:gd name="T53" fmla="*/ 780 h 780"/>
              <a:gd name="T54" fmla="*/ 450 w 704"/>
              <a:gd name="T55" fmla="*/ 780 h 780"/>
              <a:gd name="T56" fmla="*/ 438 w 704"/>
              <a:gd name="T57" fmla="*/ 724 h 780"/>
              <a:gd name="T58" fmla="*/ 265 w 704"/>
              <a:gd name="T59" fmla="*/ 724 h 780"/>
              <a:gd name="T60" fmla="*/ 254 w 704"/>
              <a:gd name="T61" fmla="*/ 780 h 780"/>
              <a:gd name="T62" fmla="*/ 216 w 704"/>
              <a:gd name="T63" fmla="*/ 780 h 780"/>
              <a:gd name="T64" fmla="*/ 299 w 704"/>
              <a:gd name="T65" fmla="*/ 562 h 780"/>
              <a:gd name="T66" fmla="*/ 404 w 704"/>
              <a:gd name="T67" fmla="*/ 562 h 780"/>
              <a:gd name="T68" fmla="*/ 389 w 704"/>
              <a:gd name="T69" fmla="*/ 486 h 780"/>
              <a:gd name="T70" fmla="*/ 315 w 704"/>
              <a:gd name="T71" fmla="*/ 486 h 780"/>
              <a:gd name="T72" fmla="*/ 299 w 704"/>
              <a:gd name="T73" fmla="*/ 562 h 780"/>
              <a:gd name="T74" fmla="*/ 273 w 704"/>
              <a:gd name="T75" fmla="*/ 687 h 780"/>
              <a:gd name="T76" fmla="*/ 431 w 704"/>
              <a:gd name="T77" fmla="*/ 687 h 780"/>
              <a:gd name="T78" fmla="*/ 412 w 704"/>
              <a:gd name="T79" fmla="*/ 599 h 780"/>
              <a:gd name="T80" fmla="*/ 291 w 704"/>
              <a:gd name="T81" fmla="*/ 599 h 780"/>
              <a:gd name="T82" fmla="*/ 273 w 704"/>
              <a:gd name="T83" fmla="*/ 687 h 7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04" h="780">
                <a:moveTo>
                  <a:pt x="62" y="551"/>
                </a:moveTo>
                <a:cubicBezTo>
                  <a:pt x="23" y="495"/>
                  <a:pt x="0" y="426"/>
                  <a:pt x="0" y="352"/>
                </a:cubicBezTo>
                <a:cubicBezTo>
                  <a:pt x="0" y="158"/>
                  <a:pt x="157" y="0"/>
                  <a:pt x="352" y="0"/>
                </a:cubicBezTo>
                <a:cubicBezTo>
                  <a:pt x="546" y="0"/>
                  <a:pt x="704" y="158"/>
                  <a:pt x="704" y="352"/>
                </a:cubicBezTo>
                <a:cubicBezTo>
                  <a:pt x="704" y="426"/>
                  <a:pt x="681" y="495"/>
                  <a:pt x="642" y="551"/>
                </a:cubicBezTo>
                <a:cubicBezTo>
                  <a:pt x="666" y="506"/>
                  <a:pt x="679" y="454"/>
                  <a:pt x="679" y="399"/>
                </a:cubicBezTo>
                <a:cubicBezTo>
                  <a:pt x="679" y="218"/>
                  <a:pt x="533" y="72"/>
                  <a:pt x="352" y="72"/>
                </a:cubicBezTo>
                <a:cubicBezTo>
                  <a:pt x="171" y="72"/>
                  <a:pt x="24" y="218"/>
                  <a:pt x="24" y="399"/>
                </a:cubicBezTo>
                <a:cubicBezTo>
                  <a:pt x="24" y="454"/>
                  <a:pt x="38" y="506"/>
                  <a:pt x="62" y="551"/>
                </a:cubicBezTo>
                <a:close/>
                <a:moveTo>
                  <a:pt x="544" y="362"/>
                </a:moveTo>
                <a:cubicBezTo>
                  <a:pt x="544" y="256"/>
                  <a:pt x="458" y="170"/>
                  <a:pt x="352" y="170"/>
                </a:cubicBezTo>
                <a:cubicBezTo>
                  <a:pt x="246" y="170"/>
                  <a:pt x="160" y="256"/>
                  <a:pt x="160" y="362"/>
                </a:cubicBezTo>
                <a:cubicBezTo>
                  <a:pt x="160" y="394"/>
                  <a:pt x="168" y="423"/>
                  <a:pt x="182" y="450"/>
                </a:cubicBezTo>
                <a:cubicBezTo>
                  <a:pt x="177" y="433"/>
                  <a:pt x="173" y="417"/>
                  <a:pt x="173" y="399"/>
                </a:cubicBezTo>
                <a:cubicBezTo>
                  <a:pt x="173" y="300"/>
                  <a:pt x="253" y="221"/>
                  <a:pt x="352" y="221"/>
                </a:cubicBezTo>
                <a:cubicBezTo>
                  <a:pt x="450" y="221"/>
                  <a:pt x="530" y="300"/>
                  <a:pt x="530" y="399"/>
                </a:cubicBezTo>
                <a:cubicBezTo>
                  <a:pt x="530" y="417"/>
                  <a:pt x="527" y="433"/>
                  <a:pt x="522" y="450"/>
                </a:cubicBezTo>
                <a:cubicBezTo>
                  <a:pt x="536" y="423"/>
                  <a:pt x="544" y="394"/>
                  <a:pt x="544" y="362"/>
                </a:cubicBezTo>
                <a:close/>
                <a:moveTo>
                  <a:pt x="352" y="304"/>
                </a:moveTo>
                <a:cubicBezTo>
                  <a:pt x="320" y="304"/>
                  <a:pt x="293" y="330"/>
                  <a:pt x="293" y="362"/>
                </a:cubicBezTo>
                <a:cubicBezTo>
                  <a:pt x="293" y="394"/>
                  <a:pt x="320" y="420"/>
                  <a:pt x="352" y="420"/>
                </a:cubicBezTo>
                <a:cubicBezTo>
                  <a:pt x="384" y="420"/>
                  <a:pt x="410" y="394"/>
                  <a:pt x="410" y="362"/>
                </a:cubicBezTo>
                <a:cubicBezTo>
                  <a:pt x="410" y="330"/>
                  <a:pt x="384" y="304"/>
                  <a:pt x="352" y="304"/>
                </a:cubicBezTo>
                <a:close/>
                <a:moveTo>
                  <a:pt x="216" y="780"/>
                </a:moveTo>
                <a:lnTo>
                  <a:pt x="285" y="449"/>
                </a:lnTo>
                <a:lnTo>
                  <a:pt x="419" y="449"/>
                </a:lnTo>
                <a:lnTo>
                  <a:pt x="488" y="780"/>
                </a:lnTo>
                <a:lnTo>
                  <a:pt x="450" y="780"/>
                </a:lnTo>
                <a:lnTo>
                  <a:pt x="438" y="724"/>
                </a:lnTo>
                <a:lnTo>
                  <a:pt x="265" y="724"/>
                </a:lnTo>
                <a:lnTo>
                  <a:pt x="254" y="780"/>
                </a:lnTo>
                <a:lnTo>
                  <a:pt x="216" y="780"/>
                </a:lnTo>
                <a:close/>
                <a:moveTo>
                  <a:pt x="299" y="562"/>
                </a:moveTo>
                <a:lnTo>
                  <a:pt x="404" y="562"/>
                </a:lnTo>
                <a:lnTo>
                  <a:pt x="389" y="486"/>
                </a:lnTo>
                <a:lnTo>
                  <a:pt x="315" y="486"/>
                </a:lnTo>
                <a:lnTo>
                  <a:pt x="299" y="562"/>
                </a:lnTo>
                <a:close/>
                <a:moveTo>
                  <a:pt x="273" y="687"/>
                </a:moveTo>
                <a:lnTo>
                  <a:pt x="431" y="687"/>
                </a:lnTo>
                <a:lnTo>
                  <a:pt x="412" y="599"/>
                </a:lnTo>
                <a:lnTo>
                  <a:pt x="291" y="599"/>
                </a:lnTo>
                <a:lnTo>
                  <a:pt x="273" y="687"/>
                </a:ln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9" name="worldwide_339260">
            <a:extLst>
              <a:ext uri="{FF2B5EF4-FFF2-40B4-BE49-F238E27FC236}">
                <a16:creationId xmlns:a16="http://schemas.microsoft.com/office/drawing/2014/main" id="{EA3DA1B3-F83A-487D-804C-D3B54B603AF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8360821" y="5477753"/>
            <a:ext cx="566889" cy="564992"/>
          </a:xfrm>
          <a:custGeom>
            <a:avLst/>
            <a:gdLst>
              <a:gd name="connsiteX0" fmla="*/ 189848 w 608617"/>
              <a:gd name="connsiteY0" fmla="*/ 474885 h 606580"/>
              <a:gd name="connsiteX1" fmla="*/ 140628 w 608617"/>
              <a:gd name="connsiteY1" fmla="*/ 498078 h 606580"/>
              <a:gd name="connsiteX2" fmla="*/ 235508 w 608617"/>
              <a:gd name="connsiteY2" fmla="*/ 547753 h 606580"/>
              <a:gd name="connsiteX3" fmla="*/ 189848 w 608617"/>
              <a:gd name="connsiteY3" fmla="*/ 474885 h 606580"/>
              <a:gd name="connsiteX4" fmla="*/ 278497 w 608617"/>
              <a:gd name="connsiteY4" fmla="*/ 455779 h 606580"/>
              <a:gd name="connsiteX5" fmla="*/ 239424 w 608617"/>
              <a:gd name="connsiteY5" fmla="*/ 460933 h 606580"/>
              <a:gd name="connsiteX6" fmla="*/ 278497 w 608617"/>
              <a:gd name="connsiteY6" fmla="*/ 520294 h 606580"/>
              <a:gd name="connsiteX7" fmla="*/ 481560 w 608617"/>
              <a:gd name="connsiteY7" fmla="*/ 455140 h 606580"/>
              <a:gd name="connsiteX8" fmla="*/ 417530 w 608617"/>
              <a:gd name="connsiteY8" fmla="*/ 494796 h 606580"/>
              <a:gd name="connsiteX9" fmla="*/ 409699 w 608617"/>
              <a:gd name="connsiteY9" fmla="*/ 505993 h 606580"/>
              <a:gd name="connsiteX10" fmla="*/ 416640 w 608617"/>
              <a:gd name="connsiteY10" fmla="*/ 516035 h 606580"/>
              <a:gd name="connsiteX11" fmla="*/ 544788 w 608617"/>
              <a:gd name="connsiteY11" fmla="*/ 516035 h 606580"/>
              <a:gd name="connsiteX12" fmla="*/ 552531 w 608617"/>
              <a:gd name="connsiteY12" fmla="*/ 504838 h 606580"/>
              <a:gd name="connsiteX13" fmla="*/ 545589 w 608617"/>
              <a:gd name="connsiteY13" fmla="*/ 494796 h 606580"/>
              <a:gd name="connsiteX14" fmla="*/ 481560 w 608617"/>
              <a:gd name="connsiteY14" fmla="*/ 455140 h 606580"/>
              <a:gd name="connsiteX15" fmla="*/ 481526 w 608617"/>
              <a:gd name="connsiteY15" fmla="*/ 404619 h 606580"/>
              <a:gd name="connsiteX16" fmla="*/ 587237 w 608617"/>
              <a:gd name="connsiteY16" fmla="*/ 466004 h 606580"/>
              <a:gd name="connsiteX17" fmla="*/ 604146 w 608617"/>
              <a:gd name="connsiteY17" fmla="*/ 490442 h 606580"/>
              <a:gd name="connsiteX18" fmla="*/ 604146 w 608617"/>
              <a:gd name="connsiteY18" fmla="*/ 519145 h 606580"/>
              <a:gd name="connsiteX19" fmla="*/ 586436 w 608617"/>
              <a:gd name="connsiteY19" fmla="*/ 544828 h 606580"/>
              <a:gd name="connsiteX20" fmla="*/ 374992 w 608617"/>
              <a:gd name="connsiteY20" fmla="*/ 544828 h 606580"/>
              <a:gd name="connsiteX21" fmla="*/ 358084 w 608617"/>
              <a:gd name="connsiteY21" fmla="*/ 520390 h 606580"/>
              <a:gd name="connsiteX22" fmla="*/ 358084 w 608617"/>
              <a:gd name="connsiteY22" fmla="*/ 491686 h 606580"/>
              <a:gd name="connsiteX23" fmla="*/ 375882 w 608617"/>
              <a:gd name="connsiteY23" fmla="*/ 466004 h 606580"/>
              <a:gd name="connsiteX24" fmla="*/ 481526 w 608617"/>
              <a:gd name="connsiteY24" fmla="*/ 404619 h 606580"/>
              <a:gd name="connsiteX25" fmla="*/ 203466 w 608617"/>
              <a:gd name="connsiteY25" fmla="*/ 328616 h 606580"/>
              <a:gd name="connsiteX26" fmla="*/ 219754 w 608617"/>
              <a:gd name="connsiteY26" fmla="*/ 413392 h 606580"/>
              <a:gd name="connsiteX27" fmla="*/ 278497 w 608617"/>
              <a:gd name="connsiteY27" fmla="*/ 405127 h 606580"/>
              <a:gd name="connsiteX28" fmla="*/ 278497 w 608617"/>
              <a:gd name="connsiteY28" fmla="*/ 328616 h 606580"/>
              <a:gd name="connsiteX29" fmla="*/ 51890 w 608617"/>
              <a:gd name="connsiteY29" fmla="*/ 328616 h 606580"/>
              <a:gd name="connsiteX30" fmla="*/ 104581 w 608617"/>
              <a:gd name="connsiteY30" fmla="*/ 460667 h 606580"/>
              <a:gd name="connsiteX31" fmla="*/ 171157 w 608617"/>
              <a:gd name="connsiteY31" fmla="*/ 427876 h 606580"/>
              <a:gd name="connsiteX32" fmla="*/ 152644 w 608617"/>
              <a:gd name="connsiteY32" fmla="*/ 328616 h 606580"/>
              <a:gd name="connsiteX33" fmla="*/ 219843 w 608617"/>
              <a:gd name="connsiteY33" fmla="*/ 192655 h 606580"/>
              <a:gd name="connsiteX34" fmla="*/ 203466 w 608617"/>
              <a:gd name="connsiteY34" fmla="*/ 278053 h 606580"/>
              <a:gd name="connsiteX35" fmla="*/ 278497 w 608617"/>
              <a:gd name="connsiteY35" fmla="*/ 278053 h 606580"/>
              <a:gd name="connsiteX36" fmla="*/ 278497 w 608617"/>
              <a:gd name="connsiteY36" fmla="*/ 201364 h 606580"/>
              <a:gd name="connsiteX37" fmla="*/ 219843 w 608617"/>
              <a:gd name="connsiteY37" fmla="*/ 192655 h 606580"/>
              <a:gd name="connsiteX38" fmla="*/ 387796 w 608617"/>
              <a:gd name="connsiteY38" fmla="*/ 192567 h 606580"/>
              <a:gd name="connsiteX39" fmla="*/ 329141 w 608617"/>
              <a:gd name="connsiteY39" fmla="*/ 201364 h 606580"/>
              <a:gd name="connsiteX40" fmla="*/ 329141 w 608617"/>
              <a:gd name="connsiteY40" fmla="*/ 278053 h 606580"/>
              <a:gd name="connsiteX41" fmla="*/ 404173 w 608617"/>
              <a:gd name="connsiteY41" fmla="*/ 278053 h 606580"/>
              <a:gd name="connsiteX42" fmla="*/ 387796 w 608617"/>
              <a:gd name="connsiteY42" fmla="*/ 192567 h 606580"/>
              <a:gd name="connsiteX43" fmla="*/ 499497 w 608617"/>
              <a:gd name="connsiteY43" fmla="*/ 146358 h 606580"/>
              <a:gd name="connsiteX44" fmla="*/ 436214 w 608617"/>
              <a:gd name="connsiteY44" fmla="*/ 177726 h 606580"/>
              <a:gd name="connsiteX45" fmla="*/ 454994 w 608617"/>
              <a:gd name="connsiteY45" fmla="*/ 278053 h 606580"/>
              <a:gd name="connsiteX46" fmla="*/ 555659 w 608617"/>
              <a:gd name="connsiteY46" fmla="*/ 278053 h 606580"/>
              <a:gd name="connsiteX47" fmla="*/ 499497 w 608617"/>
              <a:gd name="connsiteY47" fmla="*/ 146358 h 606580"/>
              <a:gd name="connsiteX48" fmla="*/ 105471 w 608617"/>
              <a:gd name="connsiteY48" fmla="*/ 144847 h 606580"/>
              <a:gd name="connsiteX49" fmla="*/ 51890 w 608617"/>
              <a:gd name="connsiteY49" fmla="*/ 278053 h 606580"/>
              <a:gd name="connsiteX50" fmla="*/ 152644 w 608617"/>
              <a:gd name="connsiteY50" fmla="*/ 278053 h 606580"/>
              <a:gd name="connsiteX51" fmla="*/ 171424 w 608617"/>
              <a:gd name="connsiteY51" fmla="*/ 177815 h 606580"/>
              <a:gd name="connsiteX52" fmla="*/ 105471 w 608617"/>
              <a:gd name="connsiteY52" fmla="*/ 144847 h 606580"/>
              <a:gd name="connsiteX53" fmla="*/ 329141 w 608617"/>
              <a:gd name="connsiteY53" fmla="*/ 86020 h 606580"/>
              <a:gd name="connsiteX54" fmla="*/ 329141 w 608617"/>
              <a:gd name="connsiteY54" fmla="*/ 150623 h 606580"/>
              <a:gd name="connsiteX55" fmla="*/ 368125 w 608617"/>
              <a:gd name="connsiteY55" fmla="*/ 145114 h 606580"/>
              <a:gd name="connsiteX56" fmla="*/ 329141 w 608617"/>
              <a:gd name="connsiteY56" fmla="*/ 86020 h 606580"/>
              <a:gd name="connsiteX57" fmla="*/ 278497 w 608617"/>
              <a:gd name="connsiteY57" fmla="*/ 86020 h 606580"/>
              <a:gd name="connsiteX58" fmla="*/ 239602 w 608617"/>
              <a:gd name="connsiteY58" fmla="*/ 145202 h 606580"/>
              <a:gd name="connsiteX59" fmla="*/ 278497 w 608617"/>
              <a:gd name="connsiteY59" fmla="*/ 150623 h 606580"/>
              <a:gd name="connsiteX60" fmla="*/ 375068 w 608617"/>
              <a:gd name="connsiteY60" fmla="*/ 62293 h 606580"/>
              <a:gd name="connsiteX61" fmla="*/ 417523 w 608617"/>
              <a:gd name="connsiteY61" fmla="*/ 130807 h 606580"/>
              <a:gd name="connsiteX62" fmla="*/ 462471 w 608617"/>
              <a:gd name="connsiteY62" fmla="*/ 109568 h 606580"/>
              <a:gd name="connsiteX63" fmla="*/ 375068 w 608617"/>
              <a:gd name="connsiteY63" fmla="*/ 62293 h 606580"/>
              <a:gd name="connsiteX64" fmla="*/ 235241 w 608617"/>
              <a:gd name="connsiteY64" fmla="*/ 58916 h 606580"/>
              <a:gd name="connsiteX65" fmla="*/ 141696 w 608617"/>
              <a:gd name="connsiteY65" fmla="*/ 107702 h 606580"/>
              <a:gd name="connsiteX66" fmla="*/ 190204 w 608617"/>
              <a:gd name="connsiteY66" fmla="*/ 130896 h 606580"/>
              <a:gd name="connsiteX67" fmla="*/ 235241 w 608617"/>
              <a:gd name="connsiteY67" fmla="*/ 58916 h 606580"/>
              <a:gd name="connsiteX68" fmla="*/ 298879 w 608617"/>
              <a:gd name="connsiteY68" fmla="*/ 0 h 606580"/>
              <a:gd name="connsiteX69" fmla="*/ 302796 w 608617"/>
              <a:gd name="connsiteY69" fmla="*/ 0 h 606580"/>
              <a:gd name="connsiteX70" fmla="*/ 305644 w 608617"/>
              <a:gd name="connsiteY70" fmla="*/ 89 h 606580"/>
              <a:gd name="connsiteX71" fmla="*/ 607638 w 608617"/>
              <a:gd name="connsiteY71" fmla="*/ 303290 h 606580"/>
              <a:gd name="connsiteX72" fmla="*/ 582272 w 608617"/>
              <a:gd name="connsiteY72" fmla="*/ 328616 h 606580"/>
              <a:gd name="connsiteX73" fmla="*/ 329141 w 608617"/>
              <a:gd name="connsiteY73" fmla="*/ 328616 h 606580"/>
              <a:gd name="connsiteX74" fmla="*/ 329141 w 608617"/>
              <a:gd name="connsiteY74" fmla="*/ 580988 h 606580"/>
              <a:gd name="connsiteX75" fmla="*/ 329141 w 608617"/>
              <a:gd name="connsiteY75" fmla="*/ 581076 h 606580"/>
              <a:gd name="connsiteX76" fmla="*/ 329141 w 608617"/>
              <a:gd name="connsiteY76" fmla="*/ 581343 h 606580"/>
              <a:gd name="connsiteX77" fmla="*/ 303775 w 608617"/>
              <a:gd name="connsiteY77" fmla="*/ 606580 h 606580"/>
              <a:gd name="connsiteX78" fmla="*/ 301372 w 608617"/>
              <a:gd name="connsiteY78" fmla="*/ 606491 h 606580"/>
              <a:gd name="connsiteX79" fmla="*/ 298879 w 608617"/>
              <a:gd name="connsiteY79" fmla="*/ 606580 h 606580"/>
              <a:gd name="connsiteX80" fmla="*/ 0 w 608617"/>
              <a:gd name="connsiteY80" fmla="*/ 303290 h 606580"/>
              <a:gd name="connsiteX81" fmla="*/ 298879 w 608617"/>
              <a:gd name="connsiteY81" fmla="*/ 0 h 6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08617" h="606580">
                <a:moveTo>
                  <a:pt x="189848" y="474885"/>
                </a:moveTo>
                <a:cubicBezTo>
                  <a:pt x="172848" y="481194"/>
                  <a:pt x="156382" y="488925"/>
                  <a:pt x="140628" y="498078"/>
                </a:cubicBezTo>
                <a:cubicBezTo>
                  <a:pt x="167953" y="521094"/>
                  <a:pt x="200173" y="538244"/>
                  <a:pt x="235508" y="547753"/>
                </a:cubicBezTo>
                <a:cubicBezTo>
                  <a:pt x="217529" y="525359"/>
                  <a:pt x="202220" y="500922"/>
                  <a:pt x="189848" y="474885"/>
                </a:cubicBezTo>
                <a:close/>
                <a:moveTo>
                  <a:pt x="278497" y="455779"/>
                </a:moveTo>
                <a:cubicBezTo>
                  <a:pt x="265325" y="456668"/>
                  <a:pt x="252241" y="458356"/>
                  <a:pt x="239424" y="460933"/>
                </a:cubicBezTo>
                <a:cubicBezTo>
                  <a:pt x="250194" y="482172"/>
                  <a:pt x="263277" y="502077"/>
                  <a:pt x="278497" y="520294"/>
                </a:cubicBezTo>
                <a:close/>
                <a:moveTo>
                  <a:pt x="481560" y="455140"/>
                </a:moveTo>
                <a:cubicBezTo>
                  <a:pt x="458689" y="455140"/>
                  <a:pt x="435818" y="468359"/>
                  <a:pt x="417530" y="494796"/>
                </a:cubicBezTo>
                <a:lnTo>
                  <a:pt x="409699" y="505993"/>
                </a:lnTo>
                <a:lnTo>
                  <a:pt x="416640" y="516035"/>
                </a:lnTo>
                <a:cubicBezTo>
                  <a:pt x="453305" y="568910"/>
                  <a:pt x="508124" y="568910"/>
                  <a:pt x="544788" y="516035"/>
                </a:cubicBezTo>
                <a:lnTo>
                  <a:pt x="552531" y="504838"/>
                </a:lnTo>
                <a:lnTo>
                  <a:pt x="545589" y="494796"/>
                </a:lnTo>
                <a:cubicBezTo>
                  <a:pt x="527301" y="468359"/>
                  <a:pt x="504431" y="455140"/>
                  <a:pt x="481560" y="455140"/>
                </a:cubicBezTo>
                <a:close/>
                <a:moveTo>
                  <a:pt x="481526" y="404619"/>
                </a:moveTo>
                <a:cubicBezTo>
                  <a:pt x="520182" y="404619"/>
                  <a:pt x="558849" y="425081"/>
                  <a:pt x="587237" y="466004"/>
                </a:cubicBezTo>
                <a:lnTo>
                  <a:pt x="604146" y="490442"/>
                </a:lnTo>
                <a:cubicBezTo>
                  <a:pt x="610108" y="499062"/>
                  <a:pt x="610108" y="510525"/>
                  <a:pt x="604146" y="519145"/>
                </a:cubicBezTo>
                <a:lnTo>
                  <a:pt x="586436" y="544828"/>
                </a:lnTo>
                <a:cubicBezTo>
                  <a:pt x="529660" y="626762"/>
                  <a:pt x="431769" y="626762"/>
                  <a:pt x="374992" y="544828"/>
                </a:cubicBezTo>
                <a:lnTo>
                  <a:pt x="358084" y="520390"/>
                </a:lnTo>
                <a:cubicBezTo>
                  <a:pt x="352121" y="511770"/>
                  <a:pt x="352121" y="500306"/>
                  <a:pt x="358084" y="491686"/>
                </a:cubicBezTo>
                <a:lnTo>
                  <a:pt x="375882" y="466004"/>
                </a:lnTo>
                <a:cubicBezTo>
                  <a:pt x="404226" y="425081"/>
                  <a:pt x="442871" y="404619"/>
                  <a:pt x="481526" y="404619"/>
                </a:cubicBezTo>
                <a:close/>
                <a:moveTo>
                  <a:pt x="203466" y="328616"/>
                </a:moveTo>
                <a:cubicBezTo>
                  <a:pt x="205424" y="358030"/>
                  <a:pt x="210942" y="386466"/>
                  <a:pt x="219754" y="413392"/>
                </a:cubicBezTo>
                <a:cubicBezTo>
                  <a:pt x="238890" y="409126"/>
                  <a:pt x="258560" y="406282"/>
                  <a:pt x="278497" y="405127"/>
                </a:cubicBezTo>
                <a:lnTo>
                  <a:pt x="278497" y="328616"/>
                </a:lnTo>
                <a:close/>
                <a:moveTo>
                  <a:pt x="51890" y="328616"/>
                </a:moveTo>
                <a:cubicBezTo>
                  <a:pt x="56697" y="378291"/>
                  <a:pt x="75655" y="423700"/>
                  <a:pt x="104581" y="460667"/>
                </a:cubicBezTo>
                <a:cubicBezTo>
                  <a:pt x="125764" y="447515"/>
                  <a:pt x="148016" y="436496"/>
                  <a:pt x="171157" y="427876"/>
                </a:cubicBezTo>
                <a:cubicBezTo>
                  <a:pt x="161011" y="396330"/>
                  <a:pt x="154691" y="363006"/>
                  <a:pt x="152644" y="328616"/>
                </a:cubicBezTo>
                <a:close/>
                <a:moveTo>
                  <a:pt x="219843" y="192655"/>
                </a:moveTo>
                <a:cubicBezTo>
                  <a:pt x="211031" y="219670"/>
                  <a:pt x="205424" y="248373"/>
                  <a:pt x="203466" y="278053"/>
                </a:cubicBezTo>
                <a:lnTo>
                  <a:pt x="278497" y="278053"/>
                </a:lnTo>
                <a:lnTo>
                  <a:pt x="278497" y="201364"/>
                </a:lnTo>
                <a:cubicBezTo>
                  <a:pt x="258649" y="199942"/>
                  <a:pt x="238979" y="197099"/>
                  <a:pt x="219843" y="192655"/>
                </a:cubicBezTo>
                <a:close/>
                <a:moveTo>
                  <a:pt x="387796" y="192567"/>
                </a:moveTo>
                <a:cubicBezTo>
                  <a:pt x="368659" y="197010"/>
                  <a:pt x="348989" y="199942"/>
                  <a:pt x="329141" y="201364"/>
                </a:cubicBezTo>
                <a:lnTo>
                  <a:pt x="329141" y="278053"/>
                </a:lnTo>
                <a:lnTo>
                  <a:pt x="404173" y="278053"/>
                </a:lnTo>
                <a:cubicBezTo>
                  <a:pt x="402214" y="248373"/>
                  <a:pt x="396696" y="219670"/>
                  <a:pt x="387796" y="192567"/>
                </a:cubicBezTo>
                <a:close/>
                <a:moveTo>
                  <a:pt x="499497" y="146358"/>
                </a:moveTo>
                <a:cubicBezTo>
                  <a:pt x="479382" y="158887"/>
                  <a:pt x="458199" y="169373"/>
                  <a:pt x="436214" y="177726"/>
                </a:cubicBezTo>
                <a:cubicBezTo>
                  <a:pt x="446539" y="209628"/>
                  <a:pt x="452947" y="243219"/>
                  <a:pt x="454994" y="278053"/>
                </a:cubicBezTo>
                <a:lnTo>
                  <a:pt x="555659" y="278053"/>
                </a:lnTo>
                <a:cubicBezTo>
                  <a:pt x="550408" y="228823"/>
                  <a:pt x="530026" y="183503"/>
                  <a:pt x="499497" y="146358"/>
                </a:cubicBezTo>
                <a:close/>
                <a:moveTo>
                  <a:pt x="105471" y="144847"/>
                </a:moveTo>
                <a:cubicBezTo>
                  <a:pt x="76100" y="181992"/>
                  <a:pt x="56786" y="227845"/>
                  <a:pt x="51890" y="278053"/>
                </a:cubicBezTo>
                <a:lnTo>
                  <a:pt x="152644" y="278053"/>
                </a:lnTo>
                <a:cubicBezTo>
                  <a:pt x="154780" y="243307"/>
                  <a:pt x="161100" y="209628"/>
                  <a:pt x="171424" y="177815"/>
                </a:cubicBezTo>
                <a:cubicBezTo>
                  <a:pt x="148461" y="169107"/>
                  <a:pt x="126388" y="157999"/>
                  <a:pt x="105471" y="144847"/>
                </a:cubicBezTo>
                <a:close/>
                <a:moveTo>
                  <a:pt x="329141" y="86020"/>
                </a:moveTo>
                <a:lnTo>
                  <a:pt x="329141" y="150623"/>
                </a:lnTo>
                <a:cubicBezTo>
                  <a:pt x="342314" y="149646"/>
                  <a:pt x="355309" y="147780"/>
                  <a:pt x="368125" y="145114"/>
                </a:cubicBezTo>
                <a:cubicBezTo>
                  <a:pt x="357267" y="123964"/>
                  <a:pt x="344272" y="104148"/>
                  <a:pt x="329141" y="86020"/>
                </a:cubicBezTo>
                <a:close/>
                <a:moveTo>
                  <a:pt x="278497" y="86020"/>
                </a:moveTo>
                <a:cubicBezTo>
                  <a:pt x="263366" y="104148"/>
                  <a:pt x="250372" y="123964"/>
                  <a:pt x="239602" y="145202"/>
                </a:cubicBezTo>
                <a:cubicBezTo>
                  <a:pt x="252330" y="147780"/>
                  <a:pt x="265325" y="149646"/>
                  <a:pt x="278497" y="150623"/>
                </a:cubicBezTo>
                <a:close/>
                <a:moveTo>
                  <a:pt x="375068" y="62293"/>
                </a:moveTo>
                <a:cubicBezTo>
                  <a:pt x="391623" y="83443"/>
                  <a:pt x="405864" y="106369"/>
                  <a:pt x="417523" y="130807"/>
                </a:cubicBezTo>
                <a:cubicBezTo>
                  <a:pt x="433010" y="124942"/>
                  <a:pt x="447963" y="117833"/>
                  <a:pt x="462471" y="109568"/>
                </a:cubicBezTo>
                <a:cubicBezTo>
                  <a:pt x="436837" y="88597"/>
                  <a:pt x="407199" y="72335"/>
                  <a:pt x="375068" y="62293"/>
                </a:cubicBezTo>
                <a:close/>
                <a:moveTo>
                  <a:pt x="235241" y="58916"/>
                </a:moveTo>
                <a:cubicBezTo>
                  <a:pt x="200529" y="68336"/>
                  <a:pt x="168754" y="85131"/>
                  <a:pt x="141696" y="107702"/>
                </a:cubicBezTo>
                <a:cubicBezTo>
                  <a:pt x="157183" y="116766"/>
                  <a:pt x="173471" y="124497"/>
                  <a:pt x="190204" y="130896"/>
                </a:cubicBezTo>
                <a:cubicBezTo>
                  <a:pt x="202487" y="105125"/>
                  <a:pt x="217529" y="81043"/>
                  <a:pt x="235241" y="58916"/>
                </a:cubicBezTo>
                <a:close/>
                <a:moveTo>
                  <a:pt x="298879" y="0"/>
                </a:moveTo>
                <a:cubicBezTo>
                  <a:pt x="300215" y="0"/>
                  <a:pt x="301461" y="0"/>
                  <a:pt x="302796" y="0"/>
                </a:cubicBezTo>
                <a:cubicBezTo>
                  <a:pt x="303686" y="0"/>
                  <a:pt x="304665" y="0"/>
                  <a:pt x="305644" y="89"/>
                </a:cubicBezTo>
                <a:cubicBezTo>
                  <a:pt x="469502" y="3732"/>
                  <a:pt x="607638" y="139604"/>
                  <a:pt x="607638" y="303290"/>
                </a:cubicBezTo>
                <a:cubicBezTo>
                  <a:pt x="607638" y="317242"/>
                  <a:pt x="596246" y="328616"/>
                  <a:pt x="582272" y="328616"/>
                </a:cubicBezTo>
                <a:lnTo>
                  <a:pt x="329141" y="328616"/>
                </a:lnTo>
                <a:lnTo>
                  <a:pt x="329141" y="580988"/>
                </a:lnTo>
                <a:cubicBezTo>
                  <a:pt x="329141" y="580988"/>
                  <a:pt x="329141" y="580988"/>
                  <a:pt x="329141" y="581076"/>
                </a:cubicBezTo>
                <a:lnTo>
                  <a:pt x="329141" y="581343"/>
                </a:lnTo>
                <a:cubicBezTo>
                  <a:pt x="329141" y="595294"/>
                  <a:pt x="317749" y="606580"/>
                  <a:pt x="303775" y="606580"/>
                </a:cubicBezTo>
                <a:cubicBezTo>
                  <a:pt x="302974" y="606580"/>
                  <a:pt x="302173" y="606580"/>
                  <a:pt x="301372" y="606491"/>
                </a:cubicBezTo>
                <a:cubicBezTo>
                  <a:pt x="300571" y="606580"/>
                  <a:pt x="299770" y="606580"/>
                  <a:pt x="298879" y="606580"/>
                </a:cubicBezTo>
                <a:cubicBezTo>
                  <a:pt x="133686" y="606580"/>
                  <a:pt x="0" y="470708"/>
                  <a:pt x="0" y="303290"/>
                </a:cubicBezTo>
                <a:cubicBezTo>
                  <a:pt x="0" y="135872"/>
                  <a:pt x="133686" y="0"/>
                  <a:pt x="298879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10" name="world_309154">
            <a:extLst>
              <a:ext uri="{FF2B5EF4-FFF2-40B4-BE49-F238E27FC236}">
                <a16:creationId xmlns:a16="http://schemas.microsoft.com/office/drawing/2014/main" id="{965AFDF9-93AC-4120-B57C-861DD4DA121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7861050" y="4531280"/>
            <a:ext cx="812913" cy="811685"/>
          </a:xfrm>
          <a:custGeom>
            <a:avLst/>
            <a:gdLst>
              <a:gd name="connsiteX0" fmla="*/ 503333 w 607639"/>
              <a:gd name="connsiteY0" fmla="*/ 502303 h 606722"/>
              <a:gd name="connsiteX1" fmla="*/ 517536 w 607639"/>
              <a:gd name="connsiteY1" fmla="*/ 502303 h 606722"/>
              <a:gd name="connsiteX2" fmla="*/ 517625 w 607639"/>
              <a:gd name="connsiteY2" fmla="*/ 502392 h 606722"/>
              <a:gd name="connsiteX3" fmla="*/ 517625 w 607639"/>
              <a:gd name="connsiteY3" fmla="*/ 516901 h 606722"/>
              <a:gd name="connsiteX4" fmla="*/ 510435 w 607639"/>
              <a:gd name="connsiteY4" fmla="*/ 519927 h 606722"/>
              <a:gd name="connsiteX5" fmla="*/ 503156 w 607639"/>
              <a:gd name="connsiteY5" fmla="*/ 516901 h 606722"/>
              <a:gd name="connsiteX6" fmla="*/ 503067 w 607639"/>
              <a:gd name="connsiteY6" fmla="*/ 516812 h 606722"/>
              <a:gd name="connsiteX7" fmla="*/ 503067 w 607639"/>
              <a:gd name="connsiteY7" fmla="*/ 502570 h 606722"/>
              <a:gd name="connsiteX8" fmla="*/ 503333 w 607639"/>
              <a:gd name="connsiteY8" fmla="*/ 502303 h 606722"/>
              <a:gd name="connsiteX9" fmla="*/ 597400 w 607639"/>
              <a:gd name="connsiteY9" fmla="*/ 499462 h 606722"/>
              <a:gd name="connsiteX10" fmla="*/ 607639 w 607639"/>
              <a:gd name="connsiteY10" fmla="*/ 509682 h 606722"/>
              <a:gd name="connsiteX11" fmla="*/ 510408 w 607639"/>
              <a:gd name="connsiteY11" fmla="*/ 606722 h 606722"/>
              <a:gd name="connsiteX12" fmla="*/ 500168 w 607639"/>
              <a:gd name="connsiteY12" fmla="*/ 596503 h 606722"/>
              <a:gd name="connsiteX13" fmla="*/ 510408 w 607639"/>
              <a:gd name="connsiteY13" fmla="*/ 586372 h 606722"/>
              <a:gd name="connsiteX14" fmla="*/ 587249 w 607639"/>
              <a:gd name="connsiteY14" fmla="*/ 509682 h 606722"/>
              <a:gd name="connsiteX15" fmla="*/ 597400 w 607639"/>
              <a:gd name="connsiteY15" fmla="*/ 499462 h 606722"/>
              <a:gd name="connsiteX16" fmla="*/ 553860 w 607639"/>
              <a:gd name="connsiteY16" fmla="*/ 499462 h 606722"/>
              <a:gd name="connsiteX17" fmla="*/ 564100 w 607639"/>
              <a:gd name="connsiteY17" fmla="*/ 509679 h 606722"/>
              <a:gd name="connsiteX18" fmla="*/ 510408 w 607639"/>
              <a:gd name="connsiteY18" fmla="*/ 563253 h 606722"/>
              <a:gd name="connsiteX19" fmla="*/ 500168 w 607639"/>
              <a:gd name="connsiteY19" fmla="*/ 553036 h 606722"/>
              <a:gd name="connsiteX20" fmla="*/ 510408 w 607639"/>
              <a:gd name="connsiteY20" fmla="*/ 542908 h 606722"/>
              <a:gd name="connsiteX21" fmla="*/ 543710 w 607639"/>
              <a:gd name="connsiteY21" fmla="*/ 509679 h 606722"/>
              <a:gd name="connsiteX22" fmla="*/ 553860 w 607639"/>
              <a:gd name="connsiteY22" fmla="*/ 499462 h 606722"/>
              <a:gd name="connsiteX23" fmla="*/ 213262 w 607639"/>
              <a:gd name="connsiteY23" fmla="*/ 313536 h 606722"/>
              <a:gd name="connsiteX24" fmla="*/ 205252 w 607639"/>
              <a:gd name="connsiteY24" fmla="*/ 337530 h 606722"/>
              <a:gd name="connsiteX25" fmla="*/ 205252 w 607639"/>
              <a:gd name="connsiteY25" fmla="*/ 357614 h 606722"/>
              <a:gd name="connsiteX26" fmla="*/ 209880 w 607639"/>
              <a:gd name="connsiteY26" fmla="*/ 366856 h 606722"/>
              <a:gd name="connsiteX27" fmla="*/ 235957 w 607639"/>
              <a:gd name="connsiteY27" fmla="*/ 386407 h 606722"/>
              <a:gd name="connsiteX28" fmla="*/ 248773 w 607639"/>
              <a:gd name="connsiteY28" fmla="*/ 411912 h 606722"/>
              <a:gd name="connsiteX29" fmla="*/ 248773 w 607639"/>
              <a:gd name="connsiteY29" fmla="*/ 470476 h 606722"/>
              <a:gd name="connsiteX30" fmla="*/ 250642 w 607639"/>
              <a:gd name="connsiteY30" fmla="*/ 476874 h 606722"/>
              <a:gd name="connsiteX31" fmla="*/ 260966 w 607639"/>
              <a:gd name="connsiteY31" fmla="*/ 492248 h 606722"/>
              <a:gd name="connsiteX32" fmla="*/ 260966 w 607639"/>
              <a:gd name="connsiteY32" fmla="*/ 488249 h 606722"/>
              <a:gd name="connsiteX33" fmla="*/ 271913 w 607639"/>
              <a:gd name="connsiteY33" fmla="*/ 461944 h 606722"/>
              <a:gd name="connsiteX34" fmla="*/ 292027 w 607639"/>
              <a:gd name="connsiteY34" fmla="*/ 441772 h 606722"/>
              <a:gd name="connsiteX35" fmla="*/ 296121 w 607639"/>
              <a:gd name="connsiteY35" fmla="*/ 435195 h 606722"/>
              <a:gd name="connsiteX36" fmla="*/ 302529 w 607639"/>
              <a:gd name="connsiteY36" fmla="*/ 416089 h 606722"/>
              <a:gd name="connsiteX37" fmla="*/ 322465 w 607639"/>
              <a:gd name="connsiteY37" fmla="*/ 401692 h 606722"/>
              <a:gd name="connsiteX38" fmla="*/ 327894 w 607639"/>
              <a:gd name="connsiteY38" fmla="*/ 401692 h 606722"/>
              <a:gd name="connsiteX39" fmla="*/ 328606 w 607639"/>
              <a:gd name="connsiteY39" fmla="*/ 401248 h 606722"/>
              <a:gd name="connsiteX40" fmla="*/ 335904 w 607639"/>
              <a:gd name="connsiteY40" fmla="*/ 372011 h 606722"/>
              <a:gd name="connsiteX41" fmla="*/ 335726 w 607639"/>
              <a:gd name="connsiteY41" fmla="*/ 371300 h 606722"/>
              <a:gd name="connsiteX42" fmla="*/ 321486 w 607639"/>
              <a:gd name="connsiteY42" fmla="*/ 357170 h 606722"/>
              <a:gd name="connsiteX43" fmla="*/ 321041 w 607639"/>
              <a:gd name="connsiteY43" fmla="*/ 356903 h 606722"/>
              <a:gd name="connsiteX44" fmla="*/ 303775 w 607639"/>
              <a:gd name="connsiteY44" fmla="*/ 356903 h 606722"/>
              <a:gd name="connsiteX45" fmla="*/ 296566 w 607639"/>
              <a:gd name="connsiteY45" fmla="*/ 353971 h 606722"/>
              <a:gd name="connsiteX46" fmla="*/ 256249 w 607639"/>
              <a:gd name="connsiteY46" fmla="*/ 313714 h 606722"/>
              <a:gd name="connsiteX47" fmla="*/ 255804 w 607639"/>
              <a:gd name="connsiteY47" fmla="*/ 313536 h 606722"/>
              <a:gd name="connsiteX48" fmla="*/ 416894 w 607639"/>
              <a:gd name="connsiteY48" fmla="*/ 237554 h 606722"/>
              <a:gd name="connsiteX49" fmla="*/ 401675 w 607639"/>
              <a:gd name="connsiteY49" fmla="*/ 245641 h 606722"/>
              <a:gd name="connsiteX50" fmla="*/ 392063 w 607639"/>
              <a:gd name="connsiteY50" fmla="*/ 260038 h 606722"/>
              <a:gd name="connsiteX51" fmla="*/ 390105 w 607639"/>
              <a:gd name="connsiteY51" fmla="*/ 266436 h 606722"/>
              <a:gd name="connsiteX52" fmla="*/ 390105 w 607639"/>
              <a:gd name="connsiteY52" fmla="*/ 285898 h 606722"/>
              <a:gd name="connsiteX53" fmla="*/ 392063 w 607639"/>
              <a:gd name="connsiteY53" fmla="*/ 292297 h 606722"/>
              <a:gd name="connsiteX54" fmla="*/ 403722 w 607639"/>
              <a:gd name="connsiteY54" fmla="*/ 309715 h 606722"/>
              <a:gd name="connsiteX55" fmla="*/ 413334 w 607639"/>
              <a:gd name="connsiteY55" fmla="*/ 314869 h 606722"/>
              <a:gd name="connsiteX56" fmla="*/ 440301 w 607639"/>
              <a:gd name="connsiteY56" fmla="*/ 314869 h 606722"/>
              <a:gd name="connsiteX57" fmla="*/ 470650 w 607639"/>
              <a:gd name="connsiteY57" fmla="*/ 336642 h 606722"/>
              <a:gd name="connsiteX58" fmla="*/ 473053 w 607639"/>
              <a:gd name="connsiteY58" fmla="*/ 343929 h 606722"/>
              <a:gd name="connsiteX59" fmla="*/ 477058 w 607639"/>
              <a:gd name="connsiteY59" fmla="*/ 368634 h 606722"/>
              <a:gd name="connsiteX60" fmla="*/ 477058 w 607639"/>
              <a:gd name="connsiteY60" fmla="*/ 376276 h 606722"/>
              <a:gd name="connsiteX61" fmla="*/ 480529 w 607639"/>
              <a:gd name="connsiteY61" fmla="*/ 400715 h 606722"/>
              <a:gd name="connsiteX62" fmla="*/ 494235 w 607639"/>
              <a:gd name="connsiteY62" fmla="*/ 448792 h 606722"/>
              <a:gd name="connsiteX63" fmla="*/ 543719 w 607639"/>
              <a:gd name="connsiteY63" fmla="*/ 303316 h 606722"/>
              <a:gd name="connsiteX64" fmla="*/ 537311 w 607639"/>
              <a:gd name="connsiteY64" fmla="*/ 248396 h 606722"/>
              <a:gd name="connsiteX65" fmla="*/ 515506 w 607639"/>
              <a:gd name="connsiteY65" fmla="*/ 248396 h 606722"/>
              <a:gd name="connsiteX66" fmla="*/ 510344 w 607639"/>
              <a:gd name="connsiteY66" fmla="*/ 249552 h 606722"/>
              <a:gd name="connsiteX67" fmla="*/ 504470 w 607639"/>
              <a:gd name="connsiteY67" fmla="*/ 252484 h 606722"/>
              <a:gd name="connsiteX68" fmla="*/ 472519 w 607639"/>
              <a:gd name="connsiteY68" fmla="*/ 250529 h 606722"/>
              <a:gd name="connsiteX69" fmla="*/ 452939 w 607639"/>
              <a:gd name="connsiteY69" fmla="*/ 237554 h 606722"/>
              <a:gd name="connsiteX70" fmla="*/ 462551 w 607639"/>
              <a:gd name="connsiteY70" fmla="*/ 204940 h 606722"/>
              <a:gd name="connsiteX71" fmla="*/ 460860 w 607639"/>
              <a:gd name="connsiteY71" fmla="*/ 205829 h 606722"/>
              <a:gd name="connsiteX72" fmla="*/ 453295 w 607639"/>
              <a:gd name="connsiteY72" fmla="*/ 217115 h 606722"/>
              <a:gd name="connsiteX73" fmla="*/ 456054 w 607639"/>
              <a:gd name="connsiteY73" fmla="*/ 217115 h 606722"/>
              <a:gd name="connsiteX74" fmla="*/ 461661 w 607639"/>
              <a:gd name="connsiteY74" fmla="*/ 218892 h 606722"/>
              <a:gd name="connsiteX75" fmla="*/ 483822 w 607639"/>
              <a:gd name="connsiteY75" fmla="*/ 233555 h 606722"/>
              <a:gd name="connsiteX76" fmla="*/ 495392 w 607639"/>
              <a:gd name="connsiteY76" fmla="*/ 234266 h 606722"/>
              <a:gd name="connsiteX77" fmla="*/ 501266 w 607639"/>
              <a:gd name="connsiteY77" fmla="*/ 231423 h 606722"/>
              <a:gd name="connsiteX78" fmla="*/ 515506 w 607639"/>
              <a:gd name="connsiteY78" fmla="*/ 228046 h 606722"/>
              <a:gd name="connsiteX79" fmla="*/ 531526 w 607639"/>
              <a:gd name="connsiteY79" fmla="*/ 228046 h 606722"/>
              <a:gd name="connsiteX80" fmla="*/ 527076 w 607639"/>
              <a:gd name="connsiteY80" fmla="*/ 215782 h 606722"/>
              <a:gd name="connsiteX81" fmla="*/ 514260 w 607639"/>
              <a:gd name="connsiteY81" fmla="*/ 215782 h 606722"/>
              <a:gd name="connsiteX82" fmla="*/ 502423 w 607639"/>
              <a:gd name="connsiteY82" fmla="*/ 213027 h 606722"/>
              <a:gd name="connsiteX83" fmla="*/ 498685 w 607639"/>
              <a:gd name="connsiteY83" fmla="*/ 211161 h 606722"/>
              <a:gd name="connsiteX84" fmla="*/ 488628 w 607639"/>
              <a:gd name="connsiteY84" fmla="*/ 219514 h 606722"/>
              <a:gd name="connsiteX85" fmla="*/ 478482 w 607639"/>
              <a:gd name="connsiteY85" fmla="*/ 209384 h 606722"/>
              <a:gd name="connsiteX86" fmla="*/ 478482 w 607639"/>
              <a:gd name="connsiteY86" fmla="*/ 204940 h 606722"/>
              <a:gd name="connsiteX87" fmla="*/ 244828 w 607639"/>
              <a:gd name="connsiteY87" fmla="*/ 131341 h 606722"/>
              <a:gd name="connsiteX88" fmla="*/ 258530 w 607639"/>
              <a:gd name="connsiteY88" fmla="*/ 135871 h 606722"/>
              <a:gd name="connsiteX89" fmla="*/ 253993 w 607639"/>
              <a:gd name="connsiteY89" fmla="*/ 149551 h 606722"/>
              <a:gd name="connsiteX90" fmla="*/ 232194 w 607639"/>
              <a:gd name="connsiteY90" fmla="*/ 160388 h 606722"/>
              <a:gd name="connsiteX91" fmla="*/ 227656 w 607639"/>
              <a:gd name="connsiteY91" fmla="*/ 161454 h 606722"/>
              <a:gd name="connsiteX92" fmla="*/ 218581 w 607639"/>
              <a:gd name="connsiteY92" fmla="*/ 155858 h 606722"/>
              <a:gd name="connsiteX93" fmla="*/ 223119 w 607639"/>
              <a:gd name="connsiteY93" fmla="*/ 142178 h 606722"/>
              <a:gd name="connsiteX94" fmla="*/ 463975 w 607639"/>
              <a:gd name="connsiteY94" fmla="*/ 125137 h 606722"/>
              <a:gd name="connsiteX95" fmla="*/ 463263 w 607639"/>
              <a:gd name="connsiteY95" fmla="*/ 125937 h 606722"/>
              <a:gd name="connsiteX96" fmla="*/ 455520 w 607639"/>
              <a:gd name="connsiteY96" fmla="*/ 133669 h 606722"/>
              <a:gd name="connsiteX97" fmla="*/ 455342 w 607639"/>
              <a:gd name="connsiteY97" fmla="*/ 134113 h 606722"/>
              <a:gd name="connsiteX98" fmla="*/ 455342 w 607639"/>
              <a:gd name="connsiteY98" fmla="*/ 152420 h 606722"/>
              <a:gd name="connsiteX99" fmla="*/ 445463 w 607639"/>
              <a:gd name="connsiteY99" fmla="*/ 176325 h 606722"/>
              <a:gd name="connsiteX100" fmla="*/ 432202 w 607639"/>
              <a:gd name="connsiteY100" fmla="*/ 184501 h 606722"/>
              <a:gd name="connsiteX101" fmla="*/ 412266 w 607639"/>
              <a:gd name="connsiteY101" fmla="*/ 191077 h 606722"/>
              <a:gd name="connsiteX102" fmla="*/ 411821 w 607639"/>
              <a:gd name="connsiteY102" fmla="*/ 191699 h 606722"/>
              <a:gd name="connsiteX103" fmla="*/ 411821 w 607639"/>
              <a:gd name="connsiteY103" fmla="*/ 209650 h 606722"/>
              <a:gd name="connsiteX104" fmla="*/ 419297 w 607639"/>
              <a:gd name="connsiteY104" fmla="*/ 217115 h 606722"/>
              <a:gd name="connsiteX105" fmla="*/ 428820 w 607639"/>
              <a:gd name="connsiteY105" fmla="*/ 217115 h 606722"/>
              <a:gd name="connsiteX106" fmla="*/ 443861 w 607639"/>
              <a:gd name="connsiteY106" fmla="*/ 194543 h 606722"/>
              <a:gd name="connsiteX107" fmla="*/ 462551 w 607639"/>
              <a:gd name="connsiteY107" fmla="*/ 184590 h 606722"/>
              <a:gd name="connsiteX108" fmla="*/ 485780 w 607639"/>
              <a:gd name="connsiteY108" fmla="*/ 184590 h 606722"/>
              <a:gd name="connsiteX109" fmla="*/ 495748 w 607639"/>
              <a:gd name="connsiteY109" fmla="*/ 186989 h 606722"/>
              <a:gd name="connsiteX110" fmla="*/ 511501 w 607639"/>
              <a:gd name="connsiteY110" fmla="*/ 194809 h 606722"/>
              <a:gd name="connsiteX111" fmla="*/ 514260 w 607639"/>
              <a:gd name="connsiteY111" fmla="*/ 195431 h 606722"/>
              <a:gd name="connsiteX112" fmla="*/ 517909 w 607639"/>
              <a:gd name="connsiteY112" fmla="*/ 195431 h 606722"/>
              <a:gd name="connsiteX113" fmla="*/ 490408 w 607639"/>
              <a:gd name="connsiteY113" fmla="*/ 153042 h 606722"/>
              <a:gd name="connsiteX114" fmla="*/ 484979 w 607639"/>
              <a:gd name="connsiteY114" fmla="*/ 158551 h 606722"/>
              <a:gd name="connsiteX115" fmla="*/ 477770 w 607639"/>
              <a:gd name="connsiteY115" fmla="*/ 161484 h 606722"/>
              <a:gd name="connsiteX116" fmla="*/ 470561 w 607639"/>
              <a:gd name="connsiteY116" fmla="*/ 158551 h 606722"/>
              <a:gd name="connsiteX117" fmla="*/ 470561 w 607639"/>
              <a:gd name="connsiteY117" fmla="*/ 144155 h 606722"/>
              <a:gd name="connsiteX118" fmla="*/ 476969 w 607639"/>
              <a:gd name="connsiteY118" fmla="*/ 137756 h 606722"/>
              <a:gd name="connsiteX119" fmla="*/ 463975 w 607639"/>
              <a:gd name="connsiteY119" fmla="*/ 125137 h 606722"/>
              <a:gd name="connsiteX120" fmla="*/ 412535 w 607639"/>
              <a:gd name="connsiteY120" fmla="*/ 119467 h 606722"/>
              <a:gd name="connsiteX121" fmla="*/ 422687 w 607639"/>
              <a:gd name="connsiteY121" fmla="*/ 129597 h 606722"/>
              <a:gd name="connsiteX122" fmla="*/ 422687 w 607639"/>
              <a:gd name="connsiteY122" fmla="*/ 140527 h 606722"/>
              <a:gd name="connsiteX123" fmla="*/ 412535 w 607639"/>
              <a:gd name="connsiteY123" fmla="*/ 150657 h 606722"/>
              <a:gd name="connsiteX124" fmla="*/ 402294 w 607639"/>
              <a:gd name="connsiteY124" fmla="*/ 140527 h 606722"/>
              <a:gd name="connsiteX125" fmla="*/ 402294 w 607639"/>
              <a:gd name="connsiteY125" fmla="*/ 129597 h 606722"/>
              <a:gd name="connsiteX126" fmla="*/ 412535 w 607639"/>
              <a:gd name="connsiteY126" fmla="*/ 119467 h 606722"/>
              <a:gd name="connsiteX127" fmla="*/ 193148 w 607639"/>
              <a:gd name="connsiteY127" fmla="*/ 118116 h 606722"/>
              <a:gd name="connsiteX128" fmla="*/ 185049 w 607639"/>
              <a:gd name="connsiteY128" fmla="*/ 121494 h 606722"/>
              <a:gd name="connsiteX129" fmla="*/ 169652 w 607639"/>
              <a:gd name="connsiteY129" fmla="*/ 136779 h 606722"/>
              <a:gd name="connsiteX130" fmla="*/ 162443 w 607639"/>
              <a:gd name="connsiteY130" fmla="*/ 139800 h 606722"/>
              <a:gd name="connsiteX131" fmla="*/ 155234 w 607639"/>
              <a:gd name="connsiteY131" fmla="*/ 136779 h 606722"/>
              <a:gd name="connsiteX132" fmla="*/ 144376 w 607639"/>
              <a:gd name="connsiteY132" fmla="*/ 125937 h 606722"/>
              <a:gd name="connsiteX133" fmla="*/ 143664 w 607639"/>
              <a:gd name="connsiteY133" fmla="*/ 125137 h 606722"/>
              <a:gd name="connsiteX134" fmla="*/ 87683 w 607639"/>
              <a:gd name="connsiteY134" fmla="*/ 199342 h 606722"/>
              <a:gd name="connsiteX135" fmla="*/ 101923 w 607639"/>
              <a:gd name="connsiteY135" fmla="*/ 241820 h 606722"/>
              <a:gd name="connsiteX136" fmla="*/ 112870 w 607639"/>
              <a:gd name="connsiteY136" fmla="*/ 249729 h 606722"/>
              <a:gd name="connsiteX137" fmla="*/ 118922 w 607639"/>
              <a:gd name="connsiteY137" fmla="*/ 249729 h 606722"/>
              <a:gd name="connsiteX138" fmla="*/ 128089 w 607639"/>
              <a:gd name="connsiteY138" fmla="*/ 255328 h 606722"/>
              <a:gd name="connsiteX139" fmla="*/ 134764 w 607639"/>
              <a:gd name="connsiteY139" fmla="*/ 268747 h 606722"/>
              <a:gd name="connsiteX140" fmla="*/ 140905 w 607639"/>
              <a:gd name="connsiteY140" fmla="*/ 273457 h 606722"/>
              <a:gd name="connsiteX141" fmla="*/ 152208 w 607639"/>
              <a:gd name="connsiteY141" fmla="*/ 275679 h 606722"/>
              <a:gd name="connsiteX142" fmla="*/ 152208 w 607639"/>
              <a:gd name="connsiteY142" fmla="*/ 270791 h 606722"/>
              <a:gd name="connsiteX143" fmla="*/ 184159 w 607639"/>
              <a:gd name="connsiteY143" fmla="*/ 238887 h 606722"/>
              <a:gd name="connsiteX144" fmla="*/ 201425 w 607639"/>
              <a:gd name="connsiteY144" fmla="*/ 238887 h 606722"/>
              <a:gd name="connsiteX145" fmla="*/ 201870 w 607639"/>
              <a:gd name="connsiteY145" fmla="*/ 238710 h 606722"/>
              <a:gd name="connsiteX146" fmla="*/ 270489 w 607639"/>
              <a:gd name="connsiteY146" fmla="*/ 170193 h 606722"/>
              <a:gd name="connsiteX147" fmla="*/ 288200 w 607639"/>
              <a:gd name="connsiteY147" fmla="*/ 162906 h 606722"/>
              <a:gd name="connsiteX148" fmla="*/ 292917 w 607639"/>
              <a:gd name="connsiteY148" fmla="*/ 162906 h 606722"/>
              <a:gd name="connsiteX149" fmla="*/ 293629 w 607639"/>
              <a:gd name="connsiteY149" fmla="*/ 162195 h 606722"/>
              <a:gd name="connsiteX150" fmla="*/ 293629 w 607639"/>
              <a:gd name="connsiteY150" fmla="*/ 157130 h 606722"/>
              <a:gd name="connsiteX151" fmla="*/ 293273 w 607639"/>
              <a:gd name="connsiteY151" fmla="*/ 156596 h 606722"/>
              <a:gd name="connsiteX152" fmla="*/ 279300 w 607639"/>
              <a:gd name="connsiteY152" fmla="*/ 147265 h 606722"/>
              <a:gd name="connsiteX153" fmla="*/ 271735 w 607639"/>
              <a:gd name="connsiteY153" fmla="*/ 129758 h 606722"/>
              <a:gd name="connsiteX154" fmla="*/ 279300 w 607639"/>
              <a:gd name="connsiteY154" fmla="*/ 118116 h 606722"/>
              <a:gd name="connsiteX155" fmla="*/ 242988 w 607639"/>
              <a:gd name="connsiteY155" fmla="*/ 118116 h 606722"/>
              <a:gd name="connsiteX156" fmla="*/ 239161 w 607639"/>
              <a:gd name="connsiteY156" fmla="*/ 119005 h 606722"/>
              <a:gd name="connsiteX157" fmla="*/ 221361 w 607639"/>
              <a:gd name="connsiteY157" fmla="*/ 127892 h 606722"/>
              <a:gd name="connsiteX158" fmla="*/ 211482 w 607639"/>
              <a:gd name="connsiteY158" fmla="*/ 127448 h 606722"/>
              <a:gd name="connsiteX159" fmla="*/ 206587 w 607639"/>
              <a:gd name="connsiteY159" fmla="*/ 118738 h 606722"/>
              <a:gd name="connsiteX160" fmla="*/ 206587 w 607639"/>
              <a:gd name="connsiteY160" fmla="*/ 118116 h 606722"/>
              <a:gd name="connsiteX161" fmla="*/ 89956 w 607639"/>
              <a:gd name="connsiteY161" fmla="*/ 89870 h 606722"/>
              <a:gd name="connsiteX162" fmla="*/ 104382 w 607639"/>
              <a:gd name="connsiteY162" fmla="*/ 89870 h 606722"/>
              <a:gd name="connsiteX163" fmla="*/ 104560 w 607639"/>
              <a:gd name="connsiteY163" fmla="*/ 89959 h 606722"/>
              <a:gd name="connsiteX164" fmla="*/ 104560 w 607639"/>
              <a:gd name="connsiteY164" fmla="*/ 104154 h 606722"/>
              <a:gd name="connsiteX165" fmla="*/ 104293 w 607639"/>
              <a:gd name="connsiteY165" fmla="*/ 104420 h 606722"/>
              <a:gd name="connsiteX166" fmla="*/ 97169 w 607639"/>
              <a:gd name="connsiteY166" fmla="*/ 107259 h 606722"/>
              <a:gd name="connsiteX167" fmla="*/ 90045 w 607639"/>
              <a:gd name="connsiteY167" fmla="*/ 104420 h 606722"/>
              <a:gd name="connsiteX168" fmla="*/ 89956 w 607639"/>
              <a:gd name="connsiteY168" fmla="*/ 104242 h 606722"/>
              <a:gd name="connsiteX169" fmla="*/ 89956 w 607639"/>
              <a:gd name="connsiteY169" fmla="*/ 89870 h 606722"/>
              <a:gd name="connsiteX170" fmla="*/ 303775 w 607639"/>
              <a:gd name="connsiteY170" fmla="*/ 63818 h 606722"/>
              <a:gd name="connsiteX171" fmla="*/ 159417 w 607639"/>
              <a:gd name="connsiteY171" fmla="*/ 112162 h 606722"/>
              <a:gd name="connsiteX172" fmla="*/ 162443 w 607639"/>
              <a:gd name="connsiteY172" fmla="*/ 115184 h 606722"/>
              <a:gd name="connsiteX173" fmla="*/ 170631 w 607639"/>
              <a:gd name="connsiteY173" fmla="*/ 107097 h 606722"/>
              <a:gd name="connsiteX174" fmla="*/ 193148 w 607639"/>
              <a:gd name="connsiteY174" fmla="*/ 97766 h 606722"/>
              <a:gd name="connsiteX175" fmla="*/ 209969 w 607639"/>
              <a:gd name="connsiteY175" fmla="*/ 97766 h 606722"/>
              <a:gd name="connsiteX176" fmla="*/ 223319 w 607639"/>
              <a:gd name="connsiteY176" fmla="*/ 104164 h 606722"/>
              <a:gd name="connsiteX177" fmla="*/ 229994 w 607639"/>
              <a:gd name="connsiteY177" fmla="*/ 100787 h 606722"/>
              <a:gd name="connsiteX178" fmla="*/ 242988 w 607639"/>
              <a:gd name="connsiteY178" fmla="*/ 97766 h 606722"/>
              <a:gd name="connsiteX179" fmla="*/ 308581 w 607639"/>
              <a:gd name="connsiteY179" fmla="*/ 97766 h 606722"/>
              <a:gd name="connsiteX180" fmla="*/ 324868 w 607639"/>
              <a:gd name="connsiteY180" fmla="*/ 114028 h 606722"/>
              <a:gd name="connsiteX181" fmla="*/ 312497 w 607639"/>
              <a:gd name="connsiteY181" fmla="*/ 129758 h 606722"/>
              <a:gd name="connsiteX182" fmla="*/ 296032 w 607639"/>
              <a:gd name="connsiteY182" fmla="*/ 133935 h 606722"/>
              <a:gd name="connsiteX183" fmla="*/ 304576 w 607639"/>
              <a:gd name="connsiteY183" fmla="*/ 139623 h 606722"/>
              <a:gd name="connsiteX184" fmla="*/ 314010 w 607639"/>
              <a:gd name="connsiteY184" fmla="*/ 157130 h 606722"/>
              <a:gd name="connsiteX185" fmla="*/ 314010 w 607639"/>
              <a:gd name="connsiteY185" fmla="*/ 162195 h 606722"/>
              <a:gd name="connsiteX186" fmla="*/ 292917 w 607639"/>
              <a:gd name="connsiteY186" fmla="*/ 183257 h 606722"/>
              <a:gd name="connsiteX187" fmla="*/ 288200 w 607639"/>
              <a:gd name="connsiteY187" fmla="*/ 183257 h 606722"/>
              <a:gd name="connsiteX188" fmla="*/ 284907 w 607639"/>
              <a:gd name="connsiteY188" fmla="*/ 184590 h 606722"/>
              <a:gd name="connsiteX189" fmla="*/ 216288 w 607639"/>
              <a:gd name="connsiteY189" fmla="*/ 253106 h 606722"/>
              <a:gd name="connsiteX190" fmla="*/ 216110 w 607639"/>
              <a:gd name="connsiteY190" fmla="*/ 253284 h 606722"/>
              <a:gd name="connsiteX191" fmla="*/ 216110 w 607639"/>
              <a:gd name="connsiteY191" fmla="*/ 259860 h 606722"/>
              <a:gd name="connsiteX192" fmla="*/ 205964 w 607639"/>
              <a:gd name="connsiteY192" fmla="*/ 270080 h 606722"/>
              <a:gd name="connsiteX193" fmla="*/ 195729 w 607639"/>
              <a:gd name="connsiteY193" fmla="*/ 259860 h 606722"/>
              <a:gd name="connsiteX194" fmla="*/ 195729 w 607639"/>
              <a:gd name="connsiteY194" fmla="*/ 259238 h 606722"/>
              <a:gd name="connsiteX195" fmla="*/ 184159 w 607639"/>
              <a:gd name="connsiteY195" fmla="*/ 259238 h 606722"/>
              <a:gd name="connsiteX196" fmla="*/ 172589 w 607639"/>
              <a:gd name="connsiteY196" fmla="*/ 270791 h 606722"/>
              <a:gd name="connsiteX197" fmla="*/ 172589 w 607639"/>
              <a:gd name="connsiteY197" fmla="*/ 279766 h 606722"/>
              <a:gd name="connsiteX198" fmla="*/ 179798 w 607639"/>
              <a:gd name="connsiteY198" fmla="*/ 281188 h 606722"/>
              <a:gd name="connsiteX199" fmla="*/ 195996 w 607639"/>
              <a:gd name="connsiteY199" fmla="*/ 289897 h 606722"/>
              <a:gd name="connsiteX200" fmla="*/ 203917 w 607639"/>
              <a:gd name="connsiteY200" fmla="*/ 293185 h 606722"/>
              <a:gd name="connsiteX201" fmla="*/ 205697 w 607639"/>
              <a:gd name="connsiteY201" fmla="*/ 293185 h 606722"/>
              <a:gd name="connsiteX202" fmla="*/ 206142 w 607639"/>
              <a:gd name="connsiteY202" fmla="*/ 293185 h 606722"/>
              <a:gd name="connsiteX203" fmla="*/ 255804 w 607639"/>
              <a:gd name="connsiteY203" fmla="*/ 293185 h 606722"/>
              <a:gd name="connsiteX204" fmla="*/ 270667 w 607639"/>
              <a:gd name="connsiteY204" fmla="*/ 299317 h 606722"/>
              <a:gd name="connsiteX205" fmla="*/ 308047 w 607639"/>
              <a:gd name="connsiteY205" fmla="*/ 336553 h 606722"/>
              <a:gd name="connsiteX206" fmla="*/ 321041 w 607639"/>
              <a:gd name="connsiteY206" fmla="*/ 336553 h 606722"/>
              <a:gd name="connsiteX207" fmla="*/ 335904 w 607639"/>
              <a:gd name="connsiteY207" fmla="*/ 342773 h 606722"/>
              <a:gd name="connsiteX208" fmla="*/ 350144 w 607639"/>
              <a:gd name="connsiteY208" fmla="*/ 356903 h 606722"/>
              <a:gd name="connsiteX209" fmla="*/ 355662 w 607639"/>
              <a:gd name="connsiteY209" fmla="*/ 376898 h 606722"/>
              <a:gd name="connsiteX210" fmla="*/ 348364 w 607639"/>
              <a:gd name="connsiteY210" fmla="*/ 406136 h 606722"/>
              <a:gd name="connsiteX211" fmla="*/ 327894 w 607639"/>
              <a:gd name="connsiteY211" fmla="*/ 422043 h 606722"/>
              <a:gd name="connsiteX212" fmla="*/ 322465 w 607639"/>
              <a:gd name="connsiteY212" fmla="*/ 422043 h 606722"/>
              <a:gd name="connsiteX213" fmla="*/ 321842 w 607639"/>
              <a:gd name="connsiteY213" fmla="*/ 422576 h 606722"/>
              <a:gd name="connsiteX214" fmla="*/ 315523 w 607639"/>
              <a:gd name="connsiteY214" fmla="*/ 441594 h 606722"/>
              <a:gd name="connsiteX215" fmla="*/ 306445 w 607639"/>
              <a:gd name="connsiteY215" fmla="*/ 456168 h 606722"/>
              <a:gd name="connsiteX216" fmla="*/ 286331 w 607639"/>
              <a:gd name="connsiteY216" fmla="*/ 476252 h 606722"/>
              <a:gd name="connsiteX217" fmla="*/ 281347 w 607639"/>
              <a:gd name="connsiteY217" fmla="*/ 488249 h 606722"/>
              <a:gd name="connsiteX218" fmla="*/ 281347 w 607639"/>
              <a:gd name="connsiteY218" fmla="*/ 506911 h 606722"/>
              <a:gd name="connsiteX219" fmla="*/ 268442 w 607639"/>
              <a:gd name="connsiteY219" fmla="*/ 519797 h 606722"/>
              <a:gd name="connsiteX220" fmla="*/ 264704 w 607639"/>
              <a:gd name="connsiteY220" fmla="*/ 519797 h 606722"/>
              <a:gd name="connsiteX221" fmla="*/ 249396 w 607639"/>
              <a:gd name="connsiteY221" fmla="*/ 511621 h 606722"/>
              <a:gd name="connsiteX222" fmla="*/ 233732 w 607639"/>
              <a:gd name="connsiteY222" fmla="*/ 488160 h 606722"/>
              <a:gd name="connsiteX223" fmla="*/ 228392 w 607639"/>
              <a:gd name="connsiteY223" fmla="*/ 470476 h 606722"/>
              <a:gd name="connsiteX224" fmla="*/ 228392 w 607639"/>
              <a:gd name="connsiteY224" fmla="*/ 411912 h 606722"/>
              <a:gd name="connsiteX225" fmla="*/ 223764 w 607639"/>
              <a:gd name="connsiteY225" fmla="*/ 402670 h 606722"/>
              <a:gd name="connsiteX226" fmla="*/ 197598 w 607639"/>
              <a:gd name="connsiteY226" fmla="*/ 383119 h 606722"/>
              <a:gd name="connsiteX227" fmla="*/ 184871 w 607639"/>
              <a:gd name="connsiteY227" fmla="*/ 357614 h 606722"/>
              <a:gd name="connsiteX228" fmla="*/ 184871 w 607639"/>
              <a:gd name="connsiteY228" fmla="*/ 335931 h 606722"/>
              <a:gd name="connsiteX229" fmla="*/ 185405 w 607639"/>
              <a:gd name="connsiteY229" fmla="*/ 332643 h 606722"/>
              <a:gd name="connsiteX230" fmla="*/ 192525 w 607639"/>
              <a:gd name="connsiteY230" fmla="*/ 311403 h 606722"/>
              <a:gd name="connsiteX231" fmla="*/ 181578 w 607639"/>
              <a:gd name="connsiteY231" fmla="*/ 304294 h 606722"/>
              <a:gd name="connsiteX232" fmla="*/ 175793 w 607639"/>
              <a:gd name="connsiteY232" fmla="*/ 301183 h 606722"/>
              <a:gd name="connsiteX233" fmla="*/ 136900 w 607639"/>
              <a:gd name="connsiteY233" fmla="*/ 293452 h 606722"/>
              <a:gd name="connsiteX234" fmla="*/ 116519 w 607639"/>
              <a:gd name="connsiteY234" fmla="*/ 277900 h 606722"/>
              <a:gd name="connsiteX235" fmla="*/ 112603 w 607639"/>
              <a:gd name="connsiteY235" fmla="*/ 270080 h 606722"/>
              <a:gd name="connsiteX236" fmla="*/ 82610 w 607639"/>
              <a:gd name="connsiteY236" fmla="*/ 248307 h 606722"/>
              <a:gd name="connsiteX237" fmla="*/ 75935 w 607639"/>
              <a:gd name="connsiteY237" fmla="*/ 228401 h 606722"/>
              <a:gd name="connsiteX238" fmla="*/ 63920 w 607639"/>
              <a:gd name="connsiteY238" fmla="*/ 303316 h 606722"/>
              <a:gd name="connsiteX239" fmla="*/ 303775 w 607639"/>
              <a:gd name="connsiteY239" fmla="*/ 542903 h 606722"/>
              <a:gd name="connsiteX240" fmla="*/ 478393 w 607639"/>
              <a:gd name="connsiteY240" fmla="*/ 467454 h 606722"/>
              <a:gd name="connsiteX241" fmla="*/ 460860 w 607639"/>
              <a:gd name="connsiteY241" fmla="*/ 406314 h 606722"/>
              <a:gd name="connsiteX242" fmla="*/ 456677 w 607639"/>
              <a:gd name="connsiteY242" fmla="*/ 376276 h 606722"/>
              <a:gd name="connsiteX243" fmla="*/ 456677 w 607639"/>
              <a:gd name="connsiteY243" fmla="*/ 368634 h 606722"/>
              <a:gd name="connsiteX244" fmla="*/ 453740 w 607639"/>
              <a:gd name="connsiteY244" fmla="*/ 350416 h 606722"/>
              <a:gd name="connsiteX245" fmla="*/ 451337 w 607639"/>
              <a:gd name="connsiteY245" fmla="*/ 343129 h 606722"/>
              <a:gd name="connsiteX246" fmla="*/ 440301 w 607639"/>
              <a:gd name="connsiteY246" fmla="*/ 335220 h 606722"/>
              <a:gd name="connsiteX247" fmla="*/ 413245 w 607639"/>
              <a:gd name="connsiteY247" fmla="*/ 335220 h 606722"/>
              <a:gd name="connsiteX248" fmla="*/ 386723 w 607639"/>
              <a:gd name="connsiteY248" fmla="*/ 321001 h 606722"/>
              <a:gd name="connsiteX249" fmla="*/ 375064 w 607639"/>
              <a:gd name="connsiteY249" fmla="*/ 303583 h 606722"/>
              <a:gd name="connsiteX250" fmla="*/ 369724 w 607639"/>
              <a:gd name="connsiteY250" fmla="*/ 285898 h 606722"/>
              <a:gd name="connsiteX251" fmla="*/ 369724 w 607639"/>
              <a:gd name="connsiteY251" fmla="*/ 266436 h 606722"/>
              <a:gd name="connsiteX252" fmla="*/ 375064 w 607639"/>
              <a:gd name="connsiteY252" fmla="*/ 248752 h 606722"/>
              <a:gd name="connsiteX253" fmla="*/ 384676 w 607639"/>
              <a:gd name="connsiteY253" fmla="*/ 234355 h 606722"/>
              <a:gd name="connsiteX254" fmla="*/ 395267 w 607639"/>
              <a:gd name="connsiteY254" fmla="*/ 223780 h 606722"/>
              <a:gd name="connsiteX255" fmla="*/ 391440 w 607639"/>
              <a:gd name="connsiteY255" fmla="*/ 209650 h 606722"/>
              <a:gd name="connsiteX256" fmla="*/ 391440 w 607639"/>
              <a:gd name="connsiteY256" fmla="*/ 191699 h 606722"/>
              <a:gd name="connsiteX257" fmla="*/ 405858 w 607639"/>
              <a:gd name="connsiteY257" fmla="*/ 171793 h 606722"/>
              <a:gd name="connsiteX258" fmla="*/ 425705 w 607639"/>
              <a:gd name="connsiteY258" fmla="*/ 165128 h 606722"/>
              <a:gd name="connsiteX259" fmla="*/ 431045 w 607639"/>
              <a:gd name="connsiteY259" fmla="*/ 161928 h 606722"/>
              <a:gd name="connsiteX260" fmla="*/ 434961 w 607639"/>
              <a:gd name="connsiteY260" fmla="*/ 152420 h 606722"/>
              <a:gd name="connsiteX261" fmla="*/ 434961 w 607639"/>
              <a:gd name="connsiteY261" fmla="*/ 134113 h 606722"/>
              <a:gd name="connsiteX262" fmla="*/ 441102 w 607639"/>
              <a:gd name="connsiteY262" fmla="*/ 119272 h 606722"/>
              <a:gd name="connsiteX263" fmla="*/ 448222 w 607639"/>
              <a:gd name="connsiteY263" fmla="*/ 112162 h 606722"/>
              <a:gd name="connsiteX264" fmla="*/ 303775 w 607639"/>
              <a:gd name="connsiteY264" fmla="*/ 63818 h 606722"/>
              <a:gd name="connsiteX265" fmla="*/ 303775 w 607639"/>
              <a:gd name="connsiteY265" fmla="*/ 43468 h 606722"/>
              <a:gd name="connsiteX266" fmla="*/ 564100 w 607639"/>
              <a:gd name="connsiteY266" fmla="*/ 303316 h 606722"/>
              <a:gd name="connsiteX267" fmla="*/ 303775 w 607639"/>
              <a:gd name="connsiteY267" fmla="*/ 563253 h 606722"/>
              <a:gd name="connsiteX268" fmla="*/ 43539 w 607639"/>
              <a:gd name="connsiteY268" fmla="*/ 303316 h 606722"/>
              <a:gd name="connsiteX269" fmla="*/ 303775 w 607639"/>
              <a:gd name="connsiteY269" fmla="*/ 43468 h 606722"/>
              <a:gd name="connsiteX270" fmla="*/ 97187 w 607639"/>
              <a:gd name="connsiteY270" fmla="*/ 43468 h 606722"/>
              <a:gd name="connsiteX271" fmla="*/ 107330 w 607639"/>
              <a:gd name="connsiteY271" fmla="*/ 53599 h 606722"/>
              <a:gd name="connsiteX272" fmla="*/ 97187 w 607639"/>
              <a:gd name="connsiteY272" fmla="*/ 63819 h 606722"/>
              <a:gd name="connsiteX273" fmla="*/ 63913 w 607639"/>
              <a:gd name="connsiteY273" fmla="*/ 97057 h 606722"/>
              <a:gd name="connsiteX274" fmla="*/ 53681 w 607639"/>
              <a:gd name="connsiteY274" fmla="*/ 107189 h 606722"/>
              <a:gd name="connsiteX275" fmla="*/ 43539 w 607639"/>
              <a:gd name="connsiteY275" fmla="*/ 97057 h 606722"/>
              <a:gd name="connsiteX276" fmla="*/ 97187 w 607639"/>
              <a:gd name="connsiteY276" fmla="*/ 43468 h 606722"/>
              <a:gd name="connsiteX277" fmla="*/ 97184 w 607639"/>
              <a:gd name="connsiteY277" fmla="*/ 0 h 606722"/>
              <a:gd name="connsiteX278" fmla="*/ 107330 w 607639"/>
              <a:gd name="connsiteY278" fmla="*/ 10221 h 606722"/>
              <a:gd name="connsiteX279" fmla="*/ 97184 w 607639"/>
              <a:gd name="connsiteY279" fmla="*/ 20353 h 606722"/>
              <a:gd name="connsiteX280" fmla="*/ 20380 w 607639"/>
              <a:gd name="connsiteY280" fmla="*/ 97056 h 606722"/>
              <a:gd name="connsiteX281" fmla="*/ 10234 w 607639"/>
              <a:gd name="connsiteY281" fmla="*/ 107189 h 606722"/>
              <a:gd name="connsiteX282" fmla="*/ 0 w 607639"/>
              <a:gd name="connsiteY282" fmla="*/ 97056 h 606722"/>
              <a:gd name="connsiteX283" fmla="*/ 97184 w 607639"/>
              <a:gd name="connsiteY283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</a:cxnLst>
            <a:rect l="l" t="t" r="r" b="b"/>
            <a:pathLst>
              <a:path w="607639" h="606722">
                <a:moveTo>
                  <a:pt x="503333" y="502303"/>
                </a:moveTo>
                <a:cubicBezTo>
                  <a:pt x="507239" y="498475"/>
                  <a:pt x="513542" y="498475"/>
                  <a:pt x="517536" y="502303"/>
                </a:cubicBezTo>
                <a:cubicBezTo>
                  <a:pt x="517536" y="502303"/>
                  <a:pt x="517625" y="502392"/>
                  <a:pt x="517625" y="502392"/>
                </a:cubicBezTo>
                <a:cubicBezTo>
                  <a:pt x="521619" y="506397"/>
                  <a:pt x="521619" y="512895"/>
                  <a:pt x="517625" y="516901"/>
                </a:cubicBezTo>
                <a:cubicBezTo>
                  <a:pt x="515672" y="518948"/>
                  <a:pt x="513009" y="519927"/>
                  <a:pt x="510435" y="519927"/>
                </a:cubicBezTo>
                <a:cubicBezTo>
                  <a:pt x="507772" y="519927"/>
                  <a:pt x="505198" y="518948"/>
                  <a:pt x="503156" y="516901"/>
                </a:cubicBezTo>
                <a:cubicBezTo>
                  <a:pt x="503156" y="516901"/>
                  <a:pt x="503067" y="516812"/>
                  <a:pt x="503067" y="516812"/>
                </a:cubicBezTo>
                <a:cubicBezTo>
                  <a:pt x="499250" y="512806"/>
                  <a:pt x="499250" y="506486"/>
                  <a:pt x="503067" y="502570"/>
                </a:cubicBezTo>
                <a:cubicBezTo>
                  <a:pt x="503156" y="502481"/>
                  <a:pt x="503245" y="502392"/>
                  <a:pt x="503333" y="502303"/>
                </a:cubicBezTo>
                <a:close/>
                <a:moveTo>
                  <a:pt x="597400" y="499462"/>
                </a:moveTo>
                <a:cubicBezTo>
                  <a:pt x="603009" y="499462"/>
                  <a:pt x="607639" y="503994"/>
                  <a:pt x="607639" y="509682"/>
                </a:cubicBezTo>
                <a:cubicBezTo>
                  <a:pt x="607639" y="563178"/>
                  <a:pt x="564010" y="606722"/>
                  <a:pt x="510408" y="606722"/>
                </a:cubicBezTo>
                <a:cubicBezTo>
                  <a:pt x="504798" y="606722"/>
                  <a:pt x="500168" y="602101"/>
                  <a:pt x="500168" y="596503"/>
                </a:cubicBezTo>
                <a:cubicBezTo>
                  <a:pt x="500168" y="590904"/>
                  <a:pt x="504798" y="586372"/>
                  <a:pt x="510408" y="586372"/>
                </a:cubicBezTo>
                <a:cubicBezTo>
                  <a:pt x="552791" y="586372"/>
                  <a:pt x="587249" y="551981"/>
                  <a:pt x="587249" y="509682"/>
                </a:cubicBezTo>
                <a:cubicBezTo>
                  <a:pt x="587249" y="503994"/>
                  <a:pt x="591790" y="499462"/>
                  <a:pt x="597400" y="499462"/>
                </a:cubicBezTo>
                <a:close/>
                <a:moveTo>
                  <a:pt x="553860" y="499462"/>
                </a:moveTo>
                <a:cubicBezTo>
                  <a:pt x="559559" y="499462"/>
                  <a:pt x="564100" y="503993"/>
                  <a:pt x="564100" y="509679"/>
                </a:cubicBezTo>
                <a:cubicBezTo>
                  <a:pt x="564100" y="539176"/>
                  <a:pt x="539970" y="563253"/>
                  <a:pt x="510408" y="563253"/>
                </a:cubicBezTo>
                <a:cubicBezTo>
                  <a:pt x="504798" y="563253"/>
                  <a:pt x="500168" y="558722"/>
                  <a:pt x="500168" y="553036"/>
                </a:cubicBezTo>
                <a:cubicBezTo>
                  <a:pt x="500168" y="547439"/>
                  <a:pt x="504798" y="542908"/>
                  <a:pt x="510408" y="542908"/>
                </a:cubicBezTo>
                <a:cubicBezTo>
                  <a:pt x="528751" y="542908"/>
                  <a:pt x="543710" y="527982"/>
                  <a:pt x="543710" y="509679"/>
                </a:cubicBezTo>
                <a:cubicBezTo>
                  <a:pt x="543710" y="503993"/>
                  <a:pt x="548251" y="499462"/>
                  <a:pt x="553860" y="499462"/>
                </a:cubicBezTo>
                <a:close/>
                <a:moveTo>
                  <a:pt x="213262" y="313536"/>
                </a:moveTo>
                <a:lnTo>
                  <a:pt x="205252" y="337530"/>
                </a:lnTo>
                <a:lnTo>
                  <a:pt x="205252" y="357614"/>
                </a:lnTo>
                <a:cubicBezTo>
                  <a:pt x="205252" y="361258"/>
                  <a:pt x="206943" y="364724"/>
                  <a:pt x="209880" y="366856"/>
                </a:cubicBezTo>
                <a:lnTo>
                  <a:pt x="235957" y="386407"/>
                </a:lnTo>
                <a:cubicBezTo>
                  <a:pt x="243967" y="392361"/>
                  <a:pt x="248773" y="401959"/>
                  <a:pt x="248773" y="411912"/>
                </a:cubicBezTo>
                <a:lnTo>
                  <a:pt x="248773" y="470476"/>
                </a:lnTo>
                <a:cubicBezTo>
                  <a:pt x="248773" y="472786"/>
                  <a:pt x="249396" y="475008"/>
                  <a:pt x="250642" y="476874"/>
                </a:cubicBezTo>
                <a:lnTo>
                  <a:pt x="260966" y="492248"/>
                </a:lnTo>
                <a:lnTo>
                  <a:pt x="260966" y="488249"/>
                </a:lnTo>
                <a:cubicBezTo>
                  <a:pt x="260966" y="478296"/>
                  <a:pt x="264882" y="468965"/>
                  <a:pt x="271913" y="461944"/>
                </a:cubicBezTo>
                <a:lnTo>
                  <a:pt x="292027" y="441772"/>
                </a:lnTo>
                <a:cubicBezTo>
                  <a:pt x="293896" y="439994"/>
                  <a:pt x="295320" y="437684"/>
                  <a:pt x="296121" y="435195"/>
                </a:cubicBezTo>
                <a:lnTo>
                  <a:pt x="302529" y="416089"/>
                </a:lnTo>
                <a:cubicBezTo>
                  <a:pt x="305377" y="407469"/>
                  <a:pt x="313387" y="401692"/>
                  <a:pt x="322465" y="401692"/>
                </a:cubicBezTo>
                <a:lnTo>
                  <a:pt x="327894" y="401692"/>
                </a:lnTo>
                <a:cubicBezTo>
                  <a:pt x="328250" y="401692"/>
                  <a:pt x="328517" y="401515"/>
                  <a:pt x="328606" y="401248"/>
                </a:cubicBezTo>
                <a:lnTo>
                  <a:pt x="335904" y="372011"/>
                </a:lnTo>
                <a:cubicBezTo>
                  <a:pt x="335993" y="371744"/>
                  <a:pt x="335904" y="371478"/>
                  <a:pt x="335726" y="371300"/>
                </a:cubicBezTo>
                <a:lnTo>
                  <a:pt x="321486" y="357170"/>
                </a:lnTo>
                <a:cubicBezTo>
                  <a:pt x="321397" y="356992"/>
                  <a:pt x="321219" y="356903"/>
                  <a:pt x="321041" y="356903"/>
                </a:cubicBezTo>
                <a:lnTo>
                  <a:pt x="303775" y="356903"/>
                </a:lnTo>
                <a:cubicBezTo>
                  <a:pt x="301105" y="356903"/>
                  <a:pt x="298524" y="355837"/>
                  <a:pt x="296566" y="353971"/>
                </a:cubicBezTo>
                <a:lnTo>
                  <a:pt x="256249" y="313714"/>
                </a:lnTo>
                <a:cubicBezTo>
                  <a:pt x="256160" y="313625"/>
                  <a:pt x="255982" y="313536"/>
                  <a:pt x="255804" y="313536"/>
                </a:cubicBezTo>
                <a:close/>
                <a:moveTo>
                  <a:pt x="416894" y="237554"/>
                </a:moveTo>
                <a:cubicBezTo>
                  <a:pt x="410753" y="237554"/>
                  <a:pt x="405057" y="240576"/>
                  <a:pt x="401675" y="245641"/>
                </a:cubicBezTo>
                <a:lnTo>
                  <a:pt x="392063" y="260038"/>
                </a:lnTo>
                <a:cubicBezTo>
                  <a:pt x="390728" y="261993"/>
                  <a:pt x="390105" y="264215"/>
                  <a:pt x="390105" y="266436"/>
                </a:cubicBezTo>
                <a:lnTo>
                  <a:pt x="390105" y="285898"/>
                </a:lnTo>
                <a:cubicBezTo>
                  <a:pt x="390105" y="288209"/>
                  <a:pt x="390728" y="290431"/>
                  <a:pt x="392063" y="292297"/>
                </a:cubicBezTo>
                <a:lnTo>
                  <a:pt x="403722" y="309715"/>
                </a:lnTo>
                <a:cubicBezTo>
                  <a:pt x="405858" y="312914"/>
                  <a:pt x="409418" y="314869"/>
                  <a:pt x="413334" y="314869"/>
                </a:cubicBezTo>
                <a:lnTo>
                  <a:pt x="440301" y="314869"/>
                </a:lnTo>
                <a:cubicBezTo>
                  <a:pt x="454096" y="314869"/>
                  <a:pt x="466289" y="323667"/>
                  <a:pt x="470650" y="336642"/>
                </a:cubicBezTo>
                <a:lnTo>
                  <a:pt x="473053" y="343929"/>
                </a:lnTo>
                <a:cubicBezTo>
                  <a:pt x="475723" y="351927"/>
                  <a:pt x="477058" y="360191"/>
                  <a:pt x="477058" y="368634"/>
                </a:cubicBezTo>
                <a:lnTo>
                  <a:pt x="477058" y="376276"/>
                </a:lnTo>
                <a:cubicBezTo>
                  <a:pt x="477058" y="384541"/>
                  <a:pt x="478215" y="392806"/>
                  <a:pt x="480529" y="400715"/>
                </a:cubicBezTo>
                <a:lnTo>
                  <a:pt x="494235" y="448792"/>
                </a:lnTo>
                <a:cubicBezTo>
                  <a:pt x="525207" y="408446"/>
                  <a:pt x="543719" y="357970"/>
                  <a:pt x="543719" y="303316"/>
                </a:cubicBezTo>
                <a:cubicBezTo>
                  <a:pt x="543719" y="284388"/>
                  <a:pt x="541494" y="265992"/>
                  <a:pt x="537311" y="248396"/>
                </a:cubicBezTo>
                <a:lnTo>
                  <a:pt x="515506" y="248396"/>
                </a:lnTo>
                <a:cubicBezTo>
                  <a:pt x="513726" y="248396"/>
                  <a:pt x="511946" y="248752"/>
                  <a:pt x="510344" y="249552"/>
                </a:cubicBezTo>
                <a:lnTo>
                  <a:pt x="504470" y="252484"/>
                </a:lnTo>
                <a:cubicBezTo>
                  <a:pt x="494235" y="257639"/>
                  <a:pt x="481953" y="256839"/>
                  <a:pt x="472519" y="250529"/>
                </a:cubicBezTo>
                <a:lnTo>
                  <a:pt x="452939" y="237554"/>
                </a:lnTo>
                <a:close/>
                <a:moveTo>
                  <a:pt x="462551" y="204940"/>
                </a:moveTo>
                <a:cubicBezTo>
                  <a:pt x="461839" y="204940"/>
                  <a:pt x="461216" y="205296"/>
                  <a:pt x="460860" y="205829"/>
                </a:cubicBezTo>
                <a:lnTo>
                  <a:pt x="453295" y="217115"/>
                </a:lnTo>
                <a:lnTo>
                  <a:pt x="456054" y="217115"/>
                </a:lnTo>
                <a:cubicBezTo>
                  <a:pt x="458012" y="217115"/>
                  <a:pt x="459970" y="217737"/>
                  <a:pt x="461661" y="218892"/>
                </a:cubicBezTo>
                <a:lnTo>
                  <a:pt x="483822" y="233555"/>
                </a:lnTo>
                <a:cubicBezTo>
                  <a:pt x="487204" y="235866"/>
                  <a:pt x="491654" y="236133"/>
                  <a:pt x="495392" y="234266"/>
                </a:cubicBezTo>
                <a:lnTo>
                  <a:pt x="501266" y="231423"/>
                </a:lnTo>
                <a:cubicBezTo>
                  <a:pt x="505627" y="229201"/>
                  <a:pt x="510611" y="228046"/>
                  <a:pt x="515506" y="228046"/>
                </a:cubicBezTo>
                <a:lnTo>
                  <a:pt x="531526" y="228046"/>
                </a:lnTo>
                <a:cubicBezTo>
                  <a:pt x="530191" y="223869"/>
                  <a:pt x="528678" y="219781"/>
                  <a:pt x="527076" y="215782"/>
                </a:cubicBezTo>
                <a:lnTo>
                  <a:pt x="514260" y="215782"/>
                </a:lnTo>
                <a:cubicBezTo>
                  <a:pt x="510166" y="215782"/>
                  <a:pt x="506072" y="214804"/>
                  <a:pt x="502423" y="213027"/>
                </a:cubicBezTo>
                <a:lnTo>
                  <a:pt x="498685" y="211161"/>
                </a:lnTo>
                <a:cubicBezTo>
                  <a:pt x="497795" y="215960"/>
                  <a:pt x="493612" y="219514"/>
                  <a:pt x="488628" y="219514"/>
                </a:cubicBezTo>
                <a:cubicBezTo>
                  <a:pt x="483021" y="219514"/>
                  <a:pt x="478482" y="214982"/>
                  <a:pt x="478482" y="209384"/>
                </a:cubicBezTo>
                <a:lnTo>
                  <a:pt x="478482" y="204940"/>
                </a:lnTo>
                <a:close/>
                <a:moveTo>
                  <a:pt x="244828" y="131341"/>
                </a:moveTo>
                <a:cubicBezTo>
                  <a:pt x="249900" y="128853"/>
                  <a:pt x="255950" y="130896"/>
                  <a:pt x="258530" y="135871"/>
                </a:cubicBezTo>
                <a:cubicBezTo>
                  <a:pt x="261022" y="140934"/>
                  <a:pt x="258975" y="147064"/>
                  <a:pt x="253993" y="149551"/>
                </a:cubicBezTo>
                <a:lnTo>
                  <a:pt x="232194" y="160388"/>
                </a:lnTo>
                <a:cubicBezTo>
                  <a:pt x="230770" y="161099"/>
                  <a:pt x="229169" y="161454"/>
                  <a:pt x="227656" y="161454"/>
                </a:cubicBezTo>
                <a:cubicBezTo>
                  <a:pt x="223919" y="161454"/>
                  <a:pt x="220360" y="159411"/>
                  <a:pt x="218581" y="155858"/>
                </a:cubicBezTo>
                <a:cubicBezTo>
                  <a:pt x="216001" y="150795"/>
                  <a:pt x="218047" y="144754"/>
                  <a:pt x="223119" y="142178"/>
                </a:cubicBezTo>
                <a:close/>
                <a:moveTo>
                  <a:pt x="463975" y="125137"/>
                </a:moveTo>
                <a:cubicBezTo>
                  <a:pt x="463708" y="125404"/>
                  <a:pt x="463441" y="125671"/>
                  <a:pt x="463263" y="125937"/>
                </a:cubicBezTo>
                <a:lnTo>
                  <a:pt x="455520" y="133669"/>
                </a:lnTo>
                <a:cubicBezTo>
                  <a:pt x="455431" y="133757"/>
                  <a:pt x="455342" y="133935"/>
                  <a:pt x="455342" y="134113"/>
                </a:cubicBezTo>
                <a:lnTo>
                  <a:pt x="455342" y="152420"/>
                </a:lnTo>
                <a:cubicBezTo>
                  <a:pt x="455342" y="161395"/>
                  <a:pt x="451782" y="169926"/>
                  <a:pt x="445463" y="176325"/>
                </a:cubicBezTo>
                <a:cubicBezTo>
                  <a:pt x="441725" y="179968"/>
                  <a:pt x="437186" y="182812"/>
                  <a:pt x="432202" y="184501"/>
                </a:cubicBezTo>
                <a:lnTo>
                  <a:pt x="412266" y="191077"/>
                </a:lnTo>
                <a:cubicBezTo>
                  <a:pt x="411999" y="191166"/>
                  <a:pt x="411821" y="191432"/>
                  <a:pt x="411821" y="191699"/>
                </a:cubicBezTo>
                <a:lnTo>
                  <a:pt x="411821" y="209650"/>
                </a:lnTo>
                <a:cubicBezTo>
                  <a:pt x="411821" y="213827"/>
                  <a:pt x="415203" y="217115"/>
                  <a:pt x="419297" y="217115"/>
                </a:cubicBezTo>
                <a:lnTo>
                  <a:pt x="428820" y="217115"/>
                </a:lnTo>
                <a:lnTo>
                  <a:pt x="443861" y="194543"/>
                </a:lnTo>
                <a:cubicBezTo>
                  <a:pt x="448044" y="188322"/>
                  <a:pt x="455075" y="184590"/>
                  <a:pt x="462551" y="184590"/>
                </a:cubicBezTo>
                <a:lnTo>
                  <a:pt x="485780" y="184590"/>
                </a:lnTo>
                <a:cubicBezTo>
                  <a:pt x="489251" y="184590"/>
                  <a:pt x="492633" y="185389"/>
                  <a:pt x="495748" y="186989"/>
                </a:cubicBezTo>
                <a:lnTo>
                  <a:pt x="511501" y="194809"/>
                </a:lnTo>
                <a:cubicBezTo>
                  <a:pt x="512302" y="195254"/>
                  <a:pt x="513281" y="195431"/>
                  <a:pt x="514260" y="195431"/>
                </a:cubicBezTo>
                <a:lnTo>
                  <a:pt x="517909" y="195431"/>
                </a:lnTo>
                <a:cubicBezTo>
                  <a:pt x="510255" y="180324"/>
                  <a:pt x="500999" y="166105"/>
                  <a:pt x="490408" y="153042"/>
                </a:cubicBezTo>
                <a:lnTo>
                  <a:pt x="484979" y="158551"/>
                </a:lnTo>
                <a:cubicBezTo>
                  <a:pt x="483021" y="160507"/>
                  <a:pt x="480351" y="161484"/>
                  <a:pt x="477770" y="161484"/>
                </a:cubicBezTo>
                <a:cubicBezTo>
                  <a:pt x="475189" y="161484"/>
                  <a:pt x="472519" y="160507"/>
                  <a:pt x="470561" y="158551"/>
                </a:cubicBezTo>
                <a:cubicBezTo>
                  <a:pt x="466556" y="154552"/>
                  <a:pt x="466556" y="148154"/>
                  <a:pt x="470561" y="144155"/>
                </a:cubicBezTo>
                <a:lnTo>
                  <a:pt x="476969" y="137756"/>
                </a:lnTo>
                <a:cubicBezTo>
                  <a:pt x="472786" y="133402"/>
                  <a:pt x="468425" y="129225"/>
                  <a:pt x="463975" y="125137"/>
                </a:cubicBezTo>
                <a:close/>
                <a:moveTo>
                  <a:pt x="412535" y="119467"/>
                </a:moveTo>
                <a:cubicBezTo>
                  <a:pt x="418146" y="119467"/>
                  <a:pt x="422687" y="123999"/>
                  <a:pt x="422687" y="129597"/>
                </a:cubicBezTo>
                <a:lnTo>
                  <a:pt x="422687" y="140527"/>
                </a:lnTo>
                <a:cubicBezTo>
                  <a:pt x="422687" y="146125"/>
                  <a:pt x="418146" y="150657"/>
                  <a:pt x="412535" y="150657"/>
                </a:cubicBezTo>
                <a:cubicBezTo>
                  <a:pt x="406925" y="150657"/>
                  <a:pt x="402294" y="146125"/>
                  <a:pt x="402294" y="140527"/>
                </a:cubicBezTo>
                <a:lnTo>
                  <a:pt x="402294" y="129597"/>
                </a:lnTo>
                <a:cubicBezTo>
                  <a:pt x="402294" y="123999"/>
                  <a:pt x="406925" y="119467"/>
                  <a:pt x="412535" y="119467"/>
                </a:cubicBezTo>
                <a:close/>
                <a:moveTo>
                  <a:pt x="193148" y="118116"/>
                </a:moveTo>
                <a:cubicBezTo>
                  <a:pt x="190122" y="118116"/>
                  <a:pt x="187185" y="119272"/>
                  <a:pt x="185049" y="121494"/>
                </a:cubicBezTo>
                <a:lnTo>
                  <a:pt x="169652" y="136779"/>
                </a:lnTo>
                <a:cubicBezTo>
                  <a:pt x="167694" y="138734"/>
                  <a:pt x="165113" y="139800"/>
                  <a:pt x="162443" y="139800"/>
                </a:cubicBezTo>
                <a:cubicBezTo>
                  <a:pt x="159773" y="139800"/>
                  <a:pt x="157103" y="138734"/>
                  <a:pt x="155234" y="136779"/>
                </a:cubicBezTo>
                <a:lnTo>
                  <a:pt x="144376" y="125937"/>
                </a:lnTo>
                <a:cubicBezTo>
                  <a:pt x="144109" y="125671"/>
                  <a:pt x="143842" y="125404"/>
                  <a:pt x="143664" y="125137"/>
                </a:cubicBezTo>
                <a:cubicBezTo>
                  <a:pt x="120524" y="145932"/>
                  <a:pt x="101389" y="171082"/>
                  <a:pt x="87683" y="199342"/>
                </a:cubicBezTo>
                <a:lnTo>
                  <a:pt x="101923" y="241820"/>
                </a:lnTo>
                <a:cubicBezTo>
                  <a:pt x="103525" y="246530"/>
                  <a:pt x="107886" y="249729"/>
                  <a:pt x="112870" y="249729"/>
                </a:cubicBezTo>
                <a:lnTo>
                  <a:pt x="118922" y="249729"/>
                </a:lnTo>
                <a:cubicBezTo>
                  <a:pt x="122838" y="249729"/>
                  <a:pt x="126309" y="251862"/>
                  <a:pt x="128089" y="255328"/>
                </a:cubicBezTo>
                <a:lnTo>
                  <a:pt x="134764" y="268747"/>
                </a:lnTo>
                <a:cubicBezTo>
                  <a:pt x="136010" y="271235"/>
                  <a:pt x="138235" y="272924"/>
                  <a:pt x="140905" y="273457"/>
                </a:cubicBezTo>
                <a:lnTo>
                  <a:pt x="152208" y="275679"/>
                </a:lnTo>
                <a:lnTo>
                  <a:pt x="152208" y="270791"/>
                </a:lnTo>
                <a:cubicBezTo>
                  <a:pt x="152208" y="253195"/>
                  <a:pt x="166537" y="238887"/>
                  <a:pt x="184159" y="238887"/>
                </a:cubicBezTo>
                <a:lnTo>
                  <a:pt x="201425" y="238887"/>
                </a:lnTo>
                <a:cubicBezTo>
                  <a:pt x="201803" y="238887"/>
                  <a:pt x="201881" y="238799"/>
                  <a:pt x="201870" y="238710"/>
                </a:cubicBezTo>
                <a:lnTo>
                  <a:pt x="270489" y="170193"/>
                </a:lnTo>
                <a:cubicBezTo>
                  <a:pt x="275206" y="165483"/>
                  <a:pt x="281525" y="162906"/>
                  <a:pt x="288200" y="162906"/>
                </a:cubicBezTo>
                <a:lnTo>
                  <a:pt x="292917" y="162906"/>
                </a:lnTo>
                <a:cubicBezTo>
                  <a:pt x="293273" y="162906"/>
                  <a:pt x="293629" y="162550"/>
                  <a:pt x="293629" y="162195"/>
                </a:cubicBezTo>
                <a:lnTo>
                  <a:pt x="293629" y="157130"/>
                </a:lnTo>
                <a:cubicBezTo>
                  <a:pt x="293629" y="156952"/>
                  <a:pt x="293451" y="156685"/>
                  <a:pt x="293273" y="156596"/>
                </a:cubicBezTo>
                <a:lnTo>
                  <a:pt x="279300" y="147265"/>
                </a:lnTo>
                <a:cubicBezTo>
                  <a:pt x="273426" y="143355"/>
                  <a:pt x="270578" y="136601"/>
                  <a:pt x="271735" y="129758"/>
                </a:cubicBezTo>
                <a:cubicBezTo>
                  <a:pt x="272625" y="124782"/>
                  <a:pt x="275384" y="120694"/>
                  <a:pt x="279300" y="118116"/>
                </a:cubicBezTo>
                <a:lnTo>
                  <a:pt x="242988" y="118116"/>
                </a:lnTo>
                <a:cubicBezTo>
                  <a:pt x="241653" y="118116"/>
                  <a:pt x="240318" y="118383"/>
                  <a:pt x="239161" y="119005"/>
                </a:cubicBezTo>
                <a:lnTo>
                  <a:pt x="221361" y="127892"/>
                </a:lnTo>
                <a:cubicBezTo>
                  <a:pt x="218246" y="129403"/>
                  <a:pt x="214419" y="129314"/>
                  <a:pt x="211482" y="127448"/>
                </a:cubicBezTo>
                <a:cubicBezTo>
                  <a:pt x="208456" y="125582"/>
                  <a:pt x="206587" y="122294"/>
                  <a:pt x="206587" y="118738"/>
                </a:cubicBezTo>
                <a:lnTo>
                  <a:pt x="206587" y="118116"/>
                </a:lnTo>
                <a:close/>
                <a:moveTo>
                  <a:pt x="89956" y="89870"/>
                </a:moveTo>
                <a:cubicBezTo>
                  <a:pt x="93874" y="85878"/>
                  <a:pt x="100464" y="85878"/>
                  <a:pt x="104382" y="89870"/>
                </a:cubicBezTo>
                <a:cubicBezTo>
                  <a:pt x="104471" y="89870"/>
                  <a:pt x="104471" y="89870"/>
                  <a:pt x="104560" y="89959"/>
                </a:cubicBezTo>
                <a:cubicBezTo>
                  <a:pt x="108389" y="93862"/>
                  <a:pt x="108389" y="100250"/>
                  <a:pt x="104560" y="104154"/>
                </a:cubicBezTo>
                <a:cubicBezTo>
                  <a:pt x="104471" y="104242"/>
                  <a:pt x="104382" y="104331"/>
                  <a:pt x="104293" y="104420"/>
                </a:cubicBezTo>
                <a:cubicBezTo>
                  <a:pt x="102334" y="106283"/>
                  <a:pt x="99751" y="107259"/>
                  <a:pt x="97169" y="107259"/>
                </a:cubicBezTo>
                <a:cubicBezTo>
                  <a:pt x="94586" y="107259"/>
                  <a:pt x="92004" y="106283"/>
                  <a:pt x="90045" y="104420"/>
                </a:cubicBezTo>
                <a:cubicBezTo>
                  <a:pt x="89956" y="104331"/>
                  <a:pt x="89956" y="104331"/>
                  <a:pt x="89956" y="104242"/>
                </a:cubicBezTo>
                <a:cubicBezTo>
                  <a:pt x="85949" y="100339"/>
                  <a:pt x="85949" y="93774"/>
                  <a:pt x="89956" y="89870"/>
                </a:cubicBezTo>
                <a:close/>
                <a:moveTo>
                  <a:pt x="303775" y="63818"/>
                </a:moveTo>
                <a:cubicBezTo>
                  <a:pt x="249574" y="63818"/>
                  <a:pt x="199556" y="81858"/>
                  <a:pt x="159417" y="112162"/>
                </a:cubicBezTo>
                <a:lnTo>
                  <a:pt x="162443" y="115184"/>
                </a:lnTo>
                <a:lnTo>
                  <a:pt x="170631" y="107097"/>
                </a:lnTo>
                <a:cubicBezTo>
                  <a:pt x="176594" y="101054"/>
                  <a:pt x="184693" y="97766"/>
                  <a:pt x="193148" y="97766"/>
                </a:cubicBezTo>
                <a:lnTo>
                  <a:pt x="209969" y="97766"/>
                </a:lnTo>
                <a:cubicBezTo>
                  <a:pt x="215398" y="97766"/>
                  <a:pt x="220204" y="100254"/>
                  <a:pt x="223319" y="104164"/>
                </a:cubicBezTo>
                <a:lnTo>
                  <a:pt x="229994" y="100787"/>
                </a:lnTo>
                <a:cubicBezTo>
                  <a:pt x="233999" y="98743"/>
                  <a:pt x="238538" y="97766"/>
                  <a:pt x="242988" y="97766"/>
                </a:cubicBezTo>
                <a:lnTo>
                  <a:pt x="308581" y="97766"/>
                </a:lnTo>
                <a:cubicBezTo>
                  <a:pt x="317570" y="97766"/>
                  <a:pt x="324868" y="105053"/>
                  <a:pt x="324868" y="114028"/>
                </a:cubicBezTo>
                <a:cubicBezTo>
                  <a:pt x="324868" y="121494"/>
                  <a:pt x="319795" y="127981"/>
                  <a:pt x="312497" y="129758"/>
                </a:cubicBezTo>
                <a:lnTo>
                  <a:pt x="296032" y="133935"/>
                </a:lnTo>
                <a:lnTo>
                  <a:pt x="304576" y="139623"/>
                </a:lnTo>
                <a:cubicBezTo>
                  <a:pt x="310450" y="143533"/>
                  <a:pt x="314010" y="150109"/>
                  <a:pt x="314010" y="157130"/>
                </a:cubicBezTo>
                <a:lnTo>
                  <a:pt x="314010" y="162195"/>
                </a:lnTo>
                <a:cubicBezTo>
                  <a:pt x="314010" y="173748"/>
                  <a:pt x="304576" y="183257"/>
                  <a:pt x="292917" y="183257"/>
                </a:cubicBezTo>
                <a:lnTo>
                  <a:pt x="288200" y="183257"/>
                </a:lnTo>
                <a:cubicBezTo>
                  <a:pt x="286954" y="183257"/>
                  <a:pt x="285797" y="183701"/>
                  <a:pt x="284907" y="184590"/>
                </a:cubicBezTo>
                <a:lnTo>
                  <a:pt x="216288" y="253106"/>
                </a:lnTo>
                <a:cubicBezTo>
                  <a:pt x="216288" y="253106"/>
                  <a:pt x="216199" y="253195"/>
                  <a:pt x="216110" y="253284"/>
                </a:cubicBezTo>
                <a:lnTo>
                  <a:pt x="216110" y="259860"/>
                </a:lnTo>
                <a:cubicBezTo>
                  <a:pt x="216110" y="265548"/>
                  <a:pt x="211571" y="270080"/>
                  <a:pt x="205964" y="270080"/>
                </a:cubicBezTo>
                <a:cubicBezTo>
                  <a:pt x="200268" y="270080"/>
                  <a:pt x="195729" y="265548"/>
                  <a:pt x="195729" y="259860"/>
                </a:cubicBezTo>
                <a:lnTo>
                  <a:pt x="195729" y="259238"/>
                </a:lnTo>
                <a:lnTo>
                  <a:pt x="184159" y="259238"/>
                </a:lnTo>
                <a:cubicBezTo>
                  <a:pt x="177840" y="259238"/>
                  <a:pt x="172589" y="264392"/>
                  <a:pt x="172589" y="270791"/>
                </a:cubicBezTo>
                <a:lnTo>
                  <a:pt x="172589" y="279766"/>
                </a:lnTo>
                <a:lnTo>
                  <a:pt x="179798" y="281188"/>
                </a:lnTo>
                <a:cubicBezTo>
                  <a:pt x="185939" y="282432"/>
                  <a:pt x="191546" y="285454"/>
                  <a:pt x="195996" y="289897"/>
                </a:cubicBezTo>
                <a:cubicBezTo>
                  <a:pt x="198132" y="291941"/>
                  <a:pt x="200891" y="293185"/>
                  <a:pt x="203917" y="293185"/>
                </a:cubicBezTo>
                <a:lnTo>
                  <a:pt x="205697" y="293185"/>
                </a:lnTo>
                <a:cubicBezTo>
                  <a:pt x="205875" y="293185"/>
                  <a:pt x="205964" y="293185"/>
                  <a:pt x="206142" y="293185"/>
                </a:cubicBezTo>
                <a:lnTo>
                  <a:pt x="255804" y="293185"/>
                </a:lnTo>
                <a:cubicBezTo>
                  <a:pt x="261411" y="293185"/>
                  <a:pt x="266751" y="295318"/>
                  <a:pt x="270667" y="299317"/>
                </a:cubicBezTo>
                <a:lnTo>
                  <a:pt x="308047" y="336553"/>
                </a:lnTo>
                <a:lnTo>
                  <a:pt x="321041" y="336553"/>
                </a:lnTo>
                <a:cubicBezTo>
                  <a:pt x="326648" y="336553"/>
                  <a:pt x="331988" y="338774"/>
                  <a:pt x="335904" y="342773"/>
                </a:cubicBezTo>
                <a:lnTo>
                  <a:pt x="350144" y="356903"/>
                </a:lnTo>
                <a:cubicBezTo>
                  <a:pt x="355306" y="362146"/>
                  <a:pt x="357442" y="369789"/>
                  <a:pt x="355662" y="376898"/>
                </a:cubicBezTo>
                <a:lnTo>
                  <a:pt x="348364" y="406136"/>
                </a:lnTo>
                <a:cubicBezTo>
                  <a:pt x="346050" y="415556"/>
                  <a:pt x="337595" y="422043"/>
                  <a:pt x="327894" y="422043"/>
                </a:cubicBezTo>
                <a:lnTo>
                  <a:pt x="322465" y="422043"/>
                </a:lnTo>
                <a:cubicBezTo>
                  <a:pt x="322198" y="422043"/>
                  <a:pt x="321931" y="422310"/>
                  <a:pt x="321842" y="422576"/>
                </a:cubicBezTo>
                <a:lnTo>
                  <a:pt x="315523" y="441594"/>
                </a:lnTo>
                <a:cubicBezTo>
                  <a:pt x="313654" y="447104"/>
                  <a:pt x="310539" y="452169"/>
                  <a:pt x="306445" y="456168"/>
                </a:cubicBezTo>
                <a:lnTo>
                  <a:pt x="286331" y="476252"/>
                </a:lnTo>
                <a:cubicBezTo>
                  <a:pt x="283127" y="479540"/>
                  <a:pt x="281347" y="483717"/>
                  <a:pt x="281347" y="488249"/>
                </a:cubicBezTo>
                <a:lnTo>
                  <a:pt x="281347" y="506911"/>
                </a:lnTo>
                <a:cubicBezTo>
                  <a:pt x="281347" y="514021"/>
                  <a:pt x="275562" y="519797"/>
                  <a:pt x="268442" y="519797"/>
                </a:cubicBezTo>
                <a:lnTo>
                  <a:pt x="264704" y="519797"/>
                </a:lnTo>
                <a:cubicBezTo>
                  <a:pt x="258474" y="519797"/>
                  <a:pt x="252778" y="516776"/>
                  <a:pt x="249396" y="511621"/>
                </a:cubicBezTo>
                <a:lnTo>
                  <a:pt x="233732" y="488160"/>
                </a:lnTo>
                <a:cubicBezTo>
                  <a:pt x="230172" y="482917"/>
                  <a:pt x="228392" y="476785"/>
                  <a:pt x="228392" y="470476"/>
                </a:cubicBezTo>
                <a:lnTo>
                  <a:pt x="228392" y="411912"/>
                </a:lnTo>
                <a:cubicBezTo>
                  <a:pt x="228392" y="408269"/>
                  <a:pt x="226612" y="404803"/>
                  <a:pt x="223764" y="402670"/>
                </a:cubicBezTo>
                <a:lnTo>
                  <a:pt x="197598" y="383119"/>
                </a:lnTo>
                <a:cubicBezTo>
                  <a:pt x="189677" y="377165"/>
                  <a:pt x="184871" y="367567"/>
                  <a:pt x="184871" y="357614"/>
                </a:cubicBezTo>
                <a:lnTo>
                  <a:pt x="184871" y="335931"/>
                </a:lnTo>
                <a:cubicBezTo>
                  <a:pt x="184871" y="334775"/>
                  <a:pt x="185049" y="333709"/>
                  <a:pt x="185405" y="332643"/>
                </a:cubicBezTo>
                <a:lnTo>
                  <a:pt x="192525" y="311403"/>
                </a:lnTo>
                <a:cubicBezTo>
                  <a:pt x="188431" y="309804"/>
                  <a:pt x="184693" y="307404"/>
                  <a:pt x="181578" y="304294"/>
                </a:cubicBezTo>
                <a:cubicBezTo>
                  <a:pt x="179976" y="302694"/>
                  <a:pt x="178018" y="301628"/>
                  <a:pt x="175793" y="301183"/>
                </a:cubicBezTo>
                <a:lnTo>
                  <a:pt x="136900" y="293452"/>
                </a:lnTo>
                <a:cubicBezTo>
                  <a:pt x="128000" y="291675"/>
                  <a:pt x="120613" y="285987"/>
                  <a:pt x="116519" y="277900"/>
                </a:cubicBezTo>
                <a:lnTo>
                  <a:pt x="112603" y="270080"/>
                </a:lnTo>
                <a:cubicBezTo>
                  <a:pt x="98986" y="269991"/>
                  <a:pt x="86882" y="261282"/>
                  <a:pt x="82610" y="248307"/>
                </a:cubicBezTo>
                <a:lnTo>
                  <a:pt x="75935" y="228401"/>
                </a:lnTo>
                <a:cubicBezTo>
                  <a:pt x="68103" y="251951"/>
                  <a:pt x="63920" y="277189"/>
                  <a:pt x="63920" y="303316"/>
                </a:cubicBezTo>
                <a:cubicBezTo>
                  <a:pt x="63920" y="435373"/>
                  <a:pt x="171521" y="542903"/>
                  <a:pt x="303775" y="542903"/>
                </a:cubicBezTo>
                <a:cubicBezTo>
                  <a:pt x="372572" y="542903"/>
                  <a:pt x="434605" y="513843"/>
                  <a:pt x="478393" y="467454"/>
                </a:cubicBezTo>
                <a:lnTo>
                  <a:pt x="460860" y="406314"/>
                </a:lnTo>
                <a:cubicBezTo>
                  <a:pt x="458101" y="396538"/>
                  <a:pt x="456677" y="386496"/>
                  <a:pt x="456677" y="376276"/>
                </a:cubicBezTo>
                <a:lnTo>
                  <a:pt x="456677" y="368634"/>
                </a:lnTo>
                <a:cubicBezTo>
                  <a:pt x="456677" y="362413"/>
                  <a:pt x="455698" y="356281"/>
                  <a:pt x="453740" y="350416"/>
                </a:cubicBezTo>
                <a:lnTo>
                  <a:pt x="451337" y="343129"/>
                </a:lnTo>
                <a:cubicBezTo>
                  <a:pt x="449735" y="338419"/>
                  <a:pt x="445285" y="335220"/>
                  <a:pt x="440301" y="335220"/>
                </a:cubicBezTo>
                <a:lnTo>
                  <a:pt x="413245" y="335220"/>
                </a:lnTo>
                <a:cubicBezTo>
                  <a:pt x="402565" y="335220"/>
                  <a:pt x="392686" y="329888"/>
                  <a:pt x="386723" y="321001"/>
                </a:cubicBezTo>
                <a:lnTo>
                  <a:pt x="375064" y="303583"/>
                </a:lnTo>
                <a:cubicBezTo>
                  <a:pt x="371593" y="298340"/>
                  <a:pt x="369724" y="292208"/>
                  <a:pt x="369724" y="285898"/>
                </a:cubicBezTo>
                <a:lnTo>
                  <a:pt x="369724" y="266436"/>
                </a:lnTo>
                <a:cubicBezTo>
                  <a:pt x="369724" y="260127"/>
                  <a:pt x="371593" y="254084"/>
                  <a:pt x="375064" y="248752"/>
                </a:cubicBezTo>
                <a:lnTo>
                  <a:pt x="384676" y="234355"/>
                </a:lnTo>
                <a:cubicBezTo>
                  <a:pt x="387524" y="230090"/>
                  <a:pt x="391173" y="226535"/>
                  <a:pt x="395267" y="223780"/>
                </a:cubicBezTo>
                <a:cubicBezTo>
                  <a:pt x="392864" y="219603"/>
                  <a:pt x="391440" y="214804"/>
                  <a:pt x="391440" y="209650"/>
                </a:cubicBezTo>
                <a:lnTo>
                  <a:pt x="391440" y="191699"/>
                </a:lnTo>
                <a:cubicBezTo>
                  <a:pt x="391440" y="182634"/>
                  <a:pt x="397225" y="174636"/>
                  <a:pt x="405858" y="171793"/>
                </a:cubicBezTo>
                <a:lnTo>
                  <a:pt x="425705" y="165128"/>
                </a:lnTo>
                <a:cubicBezTo>
                  <a:pt x="427752" y="164506"/>
                  <a:pt x="429532" y="163350"/>
                  <a:pt x="431045" y="161928"/>
                </a:cubicBezTo>
                <a:cubicBezTo>
                  <a:pt x="433537" y="159351"/>
                  <a:pt x="434961" y="155974"/>
                  <a:pt x="434961" y="152420"/>
                </a:cubicBezTo>
                <a:lnTo>
                  <a:pt x="434961" y="134113"/>
                </a:lnTo>
                <a:cubicBezTo>
                  <a:pt x="434961" y="128514"/>
                  <a:pt x="437097" y="123182"/>
                  <a:pt x="441102" y="119272"/>
                </a:cubicBezTo>
                <a:lnTo>
                  <a:pt x="448222" y="112162"/>
                </a:lnTo>
                <a:cubicBezTo>
                  <a:pt x="407994" y="81858"/>
                  <a:pt x="357976" y="63818"/>
                  <a:pt x="303775" y="63818"/>
                </a:cubicBezTo>
                <a:close/>
                <a:moveTo>
                  <a:pt x="303775" y="43468"/>
                </a:moveTo>
                <a:cubicBezTo>
                  <a:pt x="447332" y="43468"/>
                  <a:pt x="564100" y="160062"/>
                  <a:pt x="564100" y="303316"/>
                </a:cubicBezTo>
                <a:cubicBezTo>
                  <a:pt x="564100" y="446659"/>
                  <a:pt x="447332" y="563253"/>
                  <a:pt x="303775" y="563253"/>
                </a:cubicBezTo>
                <a:cubicBezTo>
                  <a:pt x="160307" y="563253"/>
                  <a:pt x="43539" y="446659"/>
                  <a:pt x="43539" y="303316"/>
                </a:cubicBezTo>
                <a:cubicBezTo>
                  <a:pt x="43539" y="160062"/>
                  <a:pt x="160307" y="43468"/>
                  <a:pt x="303775" y="43468"/>
                </a:cubicBezTo>
                <a:close/>
                <a:moveTo>
                  <a:pt x="97187" y="43468"/>
                </a:moveTo>
                <a:cubicBezTo>
                  <a:pt x="102792" y="43468"/>
                  <a:pt x="107330" y="48000"/>
                  <a:pt x="107330" y="53599"/>
                </a:cubicBezTo>
                <a:cubicBezTo>
                  <a:pt x="107330" y="59198"/>
                  <a:pt x="102792" y="63819"/>
                  <a:pt x="97187" y="63819"/>
                </a:cubicBezTo>
                <a:cubicBezTo>
                  <a:pt x="78860" y="63819"/>
                  <a:pt x="63913" y="78750"/>
                  <a:pt x="63913" y="97057"/>
                </a:cubicBezTo>
                <a:cubicBezTo>
                  <a:pt x="63913" y="102656"/>
                  <a:pt x="59286" y="107189"/>
                  <a:pt x="53681" y="107189"/>
                </a:cubicBezTo>
                <a:cubicBezTo>
                  <a:pt x="48076" y="107189"/>
                  <a:pt x="43539" y="102656"/>
                  <a:pt x="43539" y="97057"/>
                </a:cubicBezTo>
                <a:cubicBezTo>
                  <a:pt x="43539" y="67463"/>
                  <a:pt x="67560" y="43468"/>
                  <a:pt x="97187" y="43468"/>
                </a:cubicBezTo>
                <a:close/>
                <a:moveTo>
                  <a:pt x="97184" y="0"/>
                </a:moveTo>
                <a:cubicBezTo>
                  <a:pt x="102791" y="0"/>
                  <a:pt x="107330" y="4533"/>
                  <a:pt x="107330" y="10221"/>
                </a:cubicBezTo>
                <a:cubicBezTo>
                  <a:pt x="107330" y="15820"/>
                  <a:pt x="102791" y="20353"/>
                  <a:pt x="97184" y="20353"/>
                </a:cubicBezTo>
                <a:cubicBezTo>
                  <a:pt x="54822" y="20353"/>
                  <a:pt x="20380" y="54750"/>
                  <a:pt x="20380" y="97056"/>
                </a:cubicBezTo>
                <a:cubicBezTo>
                  <a:pt x="20380" y="102656"/>
                  <a:pt x="15841" y="107189"/>
                  <a:pt x="10234" y="107189"/>
                </a:cubicBezTo>
                <a:cubicBezTo>
                  <a:pt x="4539" y="107189"/>
                  <a:pt x="0" y="102656"/>
                  <a:pt x="0" y="97056"/>
                </a:cubicBezTo>
                <a:cubicBezTo>
                  <a:pt x="0" y="43551"/>
                  <a:pt x="43608" y="0"/>
                  <a:pt x="97184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11" name="smartphone_283191">
            <a:extLst>
              <a:ext uri="{FF2B5EF4-FFF2-40B4-BE49-F238E27FC236}">
                <a16:creationId xmlns:a16="http://schemas.microsoft.com/office/drawing/2014/main" id="{2B3D603F-4447-40FC-90FA-23904A61A1F4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8927710" y="2400239"/>
            <a:ext cx="633029" cy="632107"/>
          </a:xfrm>
          <a:custGeom>
            <a:avLst/>
            <a:gdLst>
              <a:gd name="connsiteX0" fmla="*/ 120185 w 581370"/>
              <a:gd name="connsiteY0" fmla="*/ 338878 h 580523"/>
              <a:gd name="connsiteX1" fmla="*/ 48418 w 581370"/>
              <a:gd name="connsiteY1" fmla="*/ 410598 h 580523"/>
              <a:gd name="connsiteX2" fmla="*/ 120185 w 581370"/>
              <a:gd name="connsiteY2" fmla="*/ 482319 h 580523"/>
              <a:gd name="connsiteX3" fmla="*/ 461215 w 581370"/>
              <a:gd name="connsiteY3" fmla="*/ 482319 h 580523"/>
              <a:gd name="connsiteX4" fmla="*/ 533041 w 581370"/>
              <a:gd name="connsiteY4" fmla="*/ 410598 h 580523"/>
              <a:gd name="connsiteX5" fmla="*/ 461215 w 581370"/>
              <a:gd name="connsiteY5" fmla="*/ 338878 h 580523"/>
              <a:gd name="connsiteX6" fmla="*/ 391647 w 581370"/>
              <a:gd name="connsiteY6" fmla="*/ 243785 h 580523"/>
              <a:gd name="connsiteX7" fmla="*/ 391647 w 581370"/>
              <a:gd name="connsiteY7" fmla="*/ 249642 h 580523"/>
              <a:gd name="connsiteX8" fmla="*/ 391647 w 581370"/>
              <a:gd name="connsiteY8" fmla="*/ 243785 h 580523"/>
              <a:gd name="connsiteX9" fmla="*/ 315317 w 581370"/>
              <a:gd name="connsiteY9" fmla="*/ 200758 h 580523"/>
              <a:gd name="connsiteX10" fmla="*/ 333585 w 581370"/>
              <a:gd name="connsiteY10" fmla="*/ 204057 h 580523"/>
              <a:gd name="connsiteX11" fmla="*/ 468336 w 581370"/>
              <a:gd name="connsiteY11" fmla="*/ 290798 h 580523"/>
              <a:gd name="connsiteX12" fmla="*/ 581370 w 581370"/>
              <a:gd name="connsiteY12" fmla="*/ 410598 h 580523"/>
              <a:gd name="connsiteX13" fmla="*/ 463263 w 581370"/>
              <a:gd name="connsiteY13" fmla="*/ 530666 h 580523"/>
              <a:gd name="connsiteX14" fmla="*/ 463263 w 581370"/>
              <a:gd name="connsiteY14" fmla="*/ 556350 h 580523"/>
              <a:gd name="connsiteX15" fmla="*/ 439054 w 581370"/>
              <a:gd name="connsiteY15" fmla="*/ 580523 h 580523"/>
              <a:gd name="connsiteX16" fmla="*/ 414845 w 581370"/>
              <a:gd name="connsiteY16" fmla="*/ 556350 h 580523"/>
              <a:gd name="connsiteX17" fmla="*/ 414845 w 581370"/>
              <a:gd name="connsiteY17" fmla="*/ 530666 h 580523"/>
              <a:gd name="connsiteX18" fmla="*/ 166436 w 581370"/>
              <a:gd name="connsiteY18" fmla="*/ 530666 h 580523"/>
              <a:gd name="connsiteX19" fmla="*/ 166436 w 581370"/>
              <a:gd name="connsiteY19" fmla="*/ 556350 h 580523"/>
              <a:gd name="connsiteX20" fmla="*/ 142227 w 581370"/>
              <a:gd name="connsiteY20" fmla="*/ 580523 h 580523"/>
              <a:gd name="connsiteX21" fmla="*/ 118018 w 581370"/>
              <a:gd name="connsiteY21" fmla="*/ 556350 h 580523"/>
              <a:gd name="connsiteX22" fmla="*/ 118018 w 581370"/>
              <a:gd name="connsiteY22" fmla="*/ 530666 h 580523"/>
              <a:gd name="connsiteX23" fmla="*/ 0 w 581370"/>
              <a:gd name="connsiteY23" fmla="*/ 410598 h 580523"/>
              <a:gd name="connsiteX24" fmla="*/ 120185 w 581370"/>
              <a:gd name="connsiteY24" fmla="*/ 290531 h 580523"/>
              <a:gd name="connsiteX25" fmla="*/ 378620 w 581370"/>
              <a:gd name="connsiteY25" fmla="*/ 290531 h 580523"/>
              <a:gd name="connsiteX26" fmla="*/ 307329 w 581370"/>
              <a:gd name="connsiteY26" fmla="*/ 244673 h 580523"/>
              <a:gd name="connsiteX27" fmla="*/ 300119 w 581370"/>
              <a:gd name="connsiteY27" fmla="*/ 211256 h 580523"/>
              <a:gd name="connsiteX28" fmla="*/ 315317 w 581370"/>
              <a:gd name="connsiteY28" fmla="*/ 200758 h 580523"/>
              <a:gd name="connsiteX29" fmla="*/ 290716 w 581370"/>
              <a:gd name="connsiteY29" fmla="*/ 110487 h 580523"/>
              <a:gd name="connsiteX30" fmla="*/ 314844 w 581370"/>
              <a:gd name="connsiteY30" fmla="*/ 134744 h 580523"/>
              <a:gd name="connsiteX31" fmla="*/ 290627 w 581370"/>
              <a:gd name="connsiteY31" fmla="*/ 158913 h 580523"/>
              <a:gd name="connsiteX32" fmla="*/ 249404 w 581370"/>
              <a:gd name="connsiteY32" fmla="*/ 199787 h 580523"/>
              <a:gd name="connsiteX33" fmla="*/ 225187 w 581370"/>
              <a:gd name="connsiteY33" fmla="*/ 223956 h 580523"/>
              <a:gd name="connsiteX34" fmla="*/ 200970 w 581370"/>
              <a:gd name="connsiteY34" fmla="*/ 199787 h 580523"/>
              <a:gd name="connsiteX35" fmla="*/ 290716 w 581370"/>
              <a:gd name="connsiteY35" fmla="*/ 110487 h 580523"/>
              <a:gd name="connsiteX36" fmla="*/ 290721 w 581370"/>
              <a:gd name="connsiteY36" fmla="*/ 0 h 580523"/>
              <a:gd name="connsiteX37" fmla="*/ 314933 w 581370"/>
              <a:gd name="connsiteY37" fmla="*/ 24173 h 580523"/>
              <a:gd name="connsiteX38" fmla="*/ 290721 w 581370"/>
              <a:gd name="connsiteY38" fmla="*/ 48346 h 580523"/>
              <a:gd name="connsiteX39" fmla="*/ 138325 w 581370"/>
              <a:gd name="connsiteY39" fmla="*/ 199783 h 580523"/>
              <a:gd name="connsiteX40" fmla="*/ 114112 w 581370"/>
              <a:gd name="connsiteY40" fmla="*/ 223956 h 580523"/>
              <a:gd name="connsiteX41" fmla="*/ 89900 w 581370"/>
              <a:gd name="connsiteY41" fmla="*/ 199783 h 580523"/>
              <a:gd name="connsiteX42" fmla="*/ 290721 w 581370"/>
              <a:gd name="connsiteY42" fmla="*/ 0 h 580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81370" h="580523">
                <a:moveTo>
                  <a:pt x="120185" y="338878"/>
                </a:moveTo>
                <a:cubicBezTo>
                  <a:pt x="80548" y="338878"/>
                  <a:pt x="48418" y="371139"/>
                  <a:pt x="48418" y="410598"/>
                </a:cubicBezTo>
                <a:cubicBezTo>
                  <a:pt x="48418" y="450147"/>
                  <a:pt x="80637" y="482319"/>
                  <a:pt x="120185" y="482319"/>
                </a:cubicBezTo>
                <a:lnTo>
                  <a:pt x="461215" y="482319"/>
                </a:lnTo>
                <a:cubicBezTo>
                  <a:pt x="500733" y="482319"/>
                  <a:pt x="533041" y="450147"/>
                  <a:pt x="533041" y="410598"/>
                </a:cubicBezTo>
                <a:cubicBezTo>
                  <a:pt x="533041" y="371050"/>
                  <a:pt x="500733" y="338878"/>
                  <a:pt x="461215" y="338878"/>
                </a:cubicBezTo>
                <a:close/>
                <a:moveTo>
                  <a:pt x="391647" y="243785"/>
                </a:moveTo>
                <a:cubicBezTo>
                  <a:pt x="387828" y="243785"/>
                  <a:pt x="387828" y="249642"/>
                  <a:pt x="391647" y="249642"/>
                </a:cubicBezTo>
                <a:cubicBezTo>
                  <a:pt x="395378" y="249642"/>
                  <a:pt x="395378" y="243785"/>
                  <a:pt x="391647" y="243785"/>
                </a:cubicBezTo>
                <a:close/>
                <a:moveTo>
                  <a:pt x="315317" y="200758"/>
                </a:moveTo>
                <a:cubicBezTo>
                  <a:pt x="321369" y="199458"/>
                  <a:pt x="327933" y="200458"/>
                  <a:pt x="333585" y="204057"/>
                </a:cubicBezTo>
                <a:lnTo>
                  <a:pt x="468336" y="290798"/>
                </a:lnTo>
                <a:cubicBezTo>
                  <a:pt x="531350" y="294442"/>
                  <a:pt x="581459" y="346877"/>
                  <a:pt x="581370" y="410598"/>
                </a:cubicBezTo>
                <a:cubicBezTo>
                  <a:pt x="581370" y="476098"/>
                  <a:pt x="528502" y="529599"/>
                  <a:pt x="463263" y="530666"/>
                </a:cubicBezTo>
                <a:lnTo>
                  <a:pt x="463263" y="556350"/>
                </a:lnTo>
                <a:cubicBezTo>
                  <a:pt x="463263" y="569770"/>
                  <a:pt x="452493" y="580523"/>
                  <a:pt x="439054" y="580523"/>
                </a:cubicBezTo>
                <a:cubicBezTo>
                  <a:pt x="425614" y="580523"/>
                  <a:pt x="414845" y="569770"/>
                  <a:pt x="414845" y="556350"/>
                </a:cubicBezTo>
                <a:lnTo>
                  <a:pt x="414845" y="530666"/>
                </a:lnTo>
                <a:lnTo>
                  <a:pt x="166436" y="530666"/>
                </a:lnTo>
                <a:lnTo>
                  <a:pt x="166436" y="556350"/>
                </a:lnTo>
                <a:cubicBezTo>
                  <a:pt x="166436" y="569770"/>
                  <a:pt x="155667" y="580523"/>
                  <a:pt x="142227" y="580523"/>
                </a:cubicBezTo>
                <a:cubicBezTo>
                  <a:pt x="128877" y="580523"/>
                  <a:pt x="118018" y="569770"/>
                  <a:pt x="118018" y="556350"/>
                </a:cubicBezTo>
                <a:lnTo>
                  <a:pt x="118018" y="530666"/>
                </a:lnTo>
                <a:cubicBezTo>
                  <a:pt x="52779" y="529421"/>
                  <a:pt x="0" y="476098"/>
                  <a:pt x="0" y="410598"/>
                </a:cubicBezTo>
                <a:cubicBezTo>
                  <a:pt x="0" y="344477"/>
                  <a:pt x="53847" y="290531"/>
                  <a:pt x="120185" y="290531"/>
                </a:cubicBezTo>
                <a:lnTo>
                  <a:pt x="378620" y="290531"/>
                </a:lnTo>
                <a:lnTo>
                  <a:pt x="307329" y="244673"/>
                </a:lnTo>
                <a:cubicBezTo>
                  <a:pt x="296025" y="237474"/>
                  <a:pt x="292821" y="222543"/>
                  <a:pt x="300119" y="211256"/>
                </a:cubicBezTo>
                <a:cubicBezTo>
                  <a:pt x="303724" y="205657"/>
                  <a:pt x="309265" y="202058"/>
                  <a:pt x="315317" y="200758"/>
                </a:cubicBezTo>
                <a:close/>
                <a:moveTo>
                  <a:pt x="290716" y="110487"/>
                </a:moveTo>
                <a:cubicBezTo>
                  <a:pt x="304160" y="110487"/>
                  <a:pt x="314933" y="121238"/>
                  <a:pt x="314844" y="134744"/>
                </a:cubicBezTo>
                <a:cubicBezTo>
                  <a:pt x="314844" y="148162"/>
                  <a:pt x="304071" y="158913"/>
                  <a:pt x="290627" y="158913"/>
                </a:cubicBezTo>
                <a:cubicBezTo>
                  <a:pt x="267923" y="158913"/>
                  <a:pt x="249404" y="177306"/>
                  <a:pt x="249404" y="199787"/>
                </a:cubicBezTo>
                <a:cubicBezTo>
                  <a:pt x="249404" y="213204"/>
                  <a:pt x="238631" y="223956"/>
                  <a:pt x="225187" y="223956"/>
                </a:cubicBezTo>
                <a:cubicBezTo>
                  <a:pt x="211832" y="223956"/>
                  <a:pt x="200970" y="213204"/>
                  <a:pt x="200970" y="199787"/>
                </a:cubicBezTo>
                <a:cubicBezTo>
                  <a:pt x="200970" y="150472"/>
                  <a:pt x="241213" y="110487"/>
                  <a:pt x="290716" y="110487"/>
                </a:cubicBezTo>
                <a:close/>
                <a:moveTo>
                  <a:pt x="290721" y="0"/>
                </a:moveTo>
                <a:cubicBezTo>
                  <a:pt x="304162" y="0"/>
                  <a:pt x="314933" y="10753"/>
                  <a:pt x="314933" y="24173"/>
                </a:cubicBezTo>
                <a:cubicBezTo>
                  <a:pt x="314933" y="37592"/>
                  <a:pt x="304162" y="48346"/>
                  <a:pt x="290721" y="48346"/>
                </a:cubicBezTo>
                <a:cubicBezTo>
                  <a:pt x="206689" y="48346"/>
                  <a:pt x="138325" y="116244"/>
                  <a:pt x="138325" y="199783"/>
                </a:cubicBezTo>
                <a:cubicBezTo>
                  <a:pt x="138325" y="213202"/>
                  <a:pt x="127554" y="223956"/>
                  <a:pt x="114112" y="223956"/>
                </a:cubicBezTo>
                <a:cubicBezTo>
                  <a:pt x="100760" y="223956"/>
                  <a:pt x="89900" y="213025"/>
                  <a:pt x="89900" y="199783"/>
                </a:cubicBezTo>
                <a:cubicBezTo>
                  <a:pt x="89900" y="89582"/>
                  <a:pt x="179984" y="-89"/>
                  <a:pt x="290721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2" name="smartphone_103604">
            <a:extLst>
              <a:ext uri="{FF2B5EF4-FFF2-40B4-BE49-F238E27FC236}">
                <a16:creationId xmlns:a16="http://schemas.microsoft.com/office/drawing/2014/main" id="{D12F2EE5-F7A2-4DCC-BCB9-3EF1E75E789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8201506" y="1934725"/>
            <a:ext cx="529100" cy="812913"/>
          </a:xfrm>
          <a:custGeom>
            <a:avLst/>
            <a:gdLst>
              <a:gd name="connsiteX0" fmla="*/ 180056 w 395448"/>
              <a:gd name="connsiteY0" fmla="*/ 531281 h 607568"/>
              <a:gd name="connsiteX1" fmla="*/ 163618 w 395448"/>
              <a:gd name="connsiteY1" fmla="*/ 547551 h 607568"/>
              <a:gd name="connsiteX2" fmla="*/ 180056 w 395448"/>
              <a:gd name="connsiteY2" fmla="*/ 563975 h 607568"/>
              <a:gd name="connsiteX3" fmla="*/ 215392 w 395448"/>
              <a:gd name="connsiteY3" fmla="*/ 563975 h 607568"/>
              <a:gd name="connsiteX4" fmla="*/ 231830 w 395448"/>
              <a:gd name="connsiteY4" fmla="*/ 547551 h 607568"/>
              <a:gd name="connsiteX5" fmla="*/ 215392 w 395448"/>
              <a:gd name="connsiteY5" fmla="*/ 531281 h 607568"/>
              <a:gd name="connsiteX6" fmla="*/ 0 w 395448"/>
              <a:gd name="connsiteY6" fmla="*/ 505954 h 607568"/>
              <a:gd name="connsiteX7" fmla="*/ 395448 w 395448"/>
              <a:gd name="connsiteY7" fmla="*/ 505954 h 607568"/>
              <a:gd name="connsiteX8" fmla="*/ 395448 w 395448"/>
              <a:gd name="connsiteY8" fmla="*/ 587153 h 607568"/>
              <a:gd name="connsiteX9" fmla="*/ 375015 w 395448"/>
              <a:gd name="connsiteY9" fmla="*/ 607568 h 607568"/>
              <a:gd name="connsiteX10" fmla="*/ 20433 w 395448"/>
              <a:gd name="connsiteY10" fmla="*/ 607568 h 607568"/>
              <a:gd name="connsiteX11" fmla="*/ 0 w 395448"/>
              <a:gd name="connsiteY11" fmla="*/ 587153 h 607568"/>
              <a:gd name="connsiteX12" fmla="*/ 197724 w 395448"/>
              <a:gd name="connsiteY12" fmla="*/ 317720 h 607568"/>
              <a:gd name="connsiteX13" fmla="*/ 176216 w 395448"/>
              <a:gd name="connsiteY13" fmla="*/ 339198 h 607568"/>
              <a:gd name="connsiteX14" fmla="*/ 197724 w 395448"/>
              <a:gd name="connsiteY14" fmla="*/ 360676 h 607568"/>
              <a:gd name="connsiteX15" fmla="*/ 219232 w 395448"/>
              <a:gd name="connsiteY15" fmla="*/ 339198 h 607568"/>
              <a:gd name="connsiteX16" fmla="*/ 197724 w 395448"/>
              <a:gd name="connsiteY16" fmla="*/ 317720 h 607568"/>
              <a:gd name="connsiteX17" fmla="*/ 197724 w 395448"/>
              <a:gd name="connsiteY17" fmla="*/ 250218 h 607568"/>
              <a:gd name="connsiteX18" fmla="*/ 125671 w 395448"/>
              <a:gd name="connsiteY18" fmla="*/ 280134 h 607568"/>
              <a:gd name="connsiteX19" fmla="*/ 125671 w 395448"/>
              <a:gd name="connsiteY19" fmla="*/ 303299 h 607568"/>
              <a:gd name="connsiteX20" fmla="*/ 148869 w 395448"/>
              <a:gd name="connsiteY20" fmla="*/ 303299 h 607568"/>
              <a:gd name="connsiteX21" fmla="*/ 197724 w 395448"/>
              <a:gd name="connsiteY21" fmla="*/ 283049 h 607568"/>
              <a:gd name="connsiteX22" fmla="*/ 246579 w 395448"/>
              <a:gd name="connsiteY22" fmla="*/ 303299 h 607568"/>
              <a:gd name="connsiteX23" fmla="*/ 258255 w 395448"/>
              <a:gd name="connsiteY23" fmla="*/ 308055 h 607568"/>
              <a:gd name="connsiteX24" fmla="*/ 269777 w 395448"/>
              <a:gd name="connsiteY24" fmla="*/ 303299 h 607568"/>
              <a:gd name="connsiteX25" fmla="*/ 269777 w 395448"/>
              <a:gd name="connsiteY25" fmla="*/ 280134 h 607568"/>
              <a:gd name="connsiteX26" fmla="*/ 197724 w 395448"/>
              <a:gd name="connsiteY26" fmla="*/ 250218 h 607568"/>
              <a:gd name="connsiteX27" fmla="*/ 197724 w 395448"/>
              <a:gd name="connsiteY27" fmla="*/ 181182 h 607568"/>
              <a:gd name="connsiteX28" fmla="*/ 76662 w 395448"/>
              <a:gd name="connsiteY28" fmla="*/ 231195 h 607568"/>
              <a:gd name="connsiteX29" fmla="*/ 76662 w 395448"/>
              <a:gd name="connsiteY29" fmla="*/ 254360 h 607568"/>
              <a:gd name="connsiteX30" fmla="*/ 88338 w 395448"/>
              <a:gd name="connsiteY30" fmla="*/ 259116 h 607568"/>
              <a:gd name="connsiteX31" fmla="*/ 99861 w 395448"/>
              <a:gd name="connsiteY31" fmla="*/ 254360 h 607568"/>
              <a:gd name="connsiteX32" fmla="*/ 197724 w 395448"/>
              <a:gd name="connsiteY32" fmla="*/ 213859 h 607568"/>
              <a:gd name="connsiteX33" fmla="*/ 295587 w 395448"/>
              <a:gd name="connsiteY33" fmla="*/ 254360 h 607568"/>
              <a:gd name="connsiteX34" fmla="*/ 318786 w 395448"/>
              <a:gd name="connsiteY34" fmla="*/ 254360 h 607568"/>
              <a:gd name="connsiteX35" fmla="*/ 318786 w 395448"/>
              <a:gd name="connsiteY35" fmla="*/ 231195 h 607568"/>
              <a:gd name="connsiteX36" fmla="*/ 197724 w 395448"/>
              <a:gd name="connsiteY36" fmla="*/ 181182 h 607568"/>
              <a:gd name="connsiteX37" fmla="*/ 20433 w 395448"/>
              <a:gd name="connsiteY37" fmla="*/ 0 h 607568"/>
              <a:gd name="connsiteX38" fmla="*/ 375015 w 395448"/>
              <a:gd name="connsiteY38" fmla="*/ 0 h 607568"/>
              <a:gd name="connsiteX39" fmla="*/ 395448 w 395448"/>
              <a:gd name="connsiteY39" fmla="*/ 20404 h 607568"/>
              <a:gd name="connsiteX40" fmla="*/ 395448 w 395448"/>
              <a:gd name="connsiteY40" fmla="*/ 473282 h 607568"/>
              <a:gd name="connsiteX41" fmla="*/ 0 w 395448"/>
              <a:gd name="connsiteY41" fmla="*/ 473282 h 607568"/>
              <a:gd name="connsiteX42" fmla="*/ 0 w 395448"/>
              <a:gd name="connsiteY42" fmla="*/ 20404 h 607568"/>
              <a:gd name="connsiteX43" fmla="*/ 20433 w 395448"/>
              <a:gd name="connsiteY43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95448" h="607568">
                <a:moveTo>
                  <a:pt x="180056" y="531281"/>
                </a:moveTo>
                <a:cubicBezTo>
                  <a:pt x="170992" y="531281"/>
                  <a:pt x="163618" y="538495"/>
                  <a:pt x="163618" y="547551"/>
                </a:cubicBezTo>
                <a:cubicBezTo>
                  <a:pt x="163618" y="556608"/>
                  <a:pt x="170992" y="563975"/>
                  <a:pt x="180056" y="563975"/>
                </a:cubicBezTo>
                <a:lnTo>
                  <a:pt x="215392" y="563975"/>
                </a:lnTo>
                <a:cubicBezTo>
                  <a:pt x="224456" y="563975"/>
                  <a:pt x="231830" y="556608"/>
                  <a:pt x="231830" y="547551"/>
                </a:cubicBezTo>
                <a:cubicBezTo>
                  <a:pt x="231830" y="538495"/>
                  <a:pt x="224456" y="531281"/>
                  <a:pt x="215392" y="531281"/>
                </a:cubicBezTo>
                <a:close/>
                <a:moveTo>
                  <a:pt x="0" y="505954"/>
                </a:moveTo>
                <a:lnTo>
                  <a:pt x="395448" y="505954"/>
                </a:lnTo>
                <a:lnTo>
                  <a:pt x="395448" y="587153"/>
                </a:lnTo>
                <a:cubicBezTo>
                  <a:pt x="395448" y="598358"/>
                  <a:pt x="386230" y="607568"/>
                  <a:pt x="375015" y="607568"/>
                </a:cubicBezTo>
                <a:lnTo>
                  <a:pt x="20433" y="607568"/>
                </a:lnTo>
                <a:cubicBezTo>
                  <a:pt x="9218" y="607568"/>
                  <a:pt x="0" y="598358"/>
                  <a:pt x="0" y="587153"/>
                </a:cubicBezTo>
                <a:close/>
                <a:moveTo>
                  <a:pt x="197724" y="317720"/>
                </a:moveTo>
                <a:cubicBezTo>
                  <a:pt x="185894" y="317720"/>
                  <a:pt x="176216" y="327385"/>
                  <a:pt x="176216" y="339198"/>
                </a:cubicBezTo>
                <a:cubicBezTo>
                  <a:pt x="176216" y="351011"/>
                  <a:pt x="185894" y="360676"/>
                  <a:pt x="197724" y="360676"/>
                </a:cubicBezTo>
                <a:cubicBezTo>
                  <a:pt x="209554" y="360676"/>
                  <a:pt x="219232" y="351011"/>
                  <a:pt x="219232" y="339198"/>
                </a:cubicBezTo>
                <a:cubicBezTo>
                  <a:pt x="219232" y="327385"/>
                  <a:pt x="209554" y="317720"/>
                  <a:pt x="197724" y="317720"/>
                </a:cubicBezTo>
                <a:close/>
                <a:moveTo>
                  <a:pt x="197724" y="250218"/>
                </a:moveTo>
                <a:cubicBezTo>
                  <a:pt x="170531" y="250218"/>
                  <a:pt x="144875" y="260804"/>
                  <a:pt x="125671" y="280134"/>
                </a:cubicBezTo>
                <a:cubicBezTo>
                  <a:pt x="119218" y="286424"/>
                  <a:pt x="119218" y="296856"/>
                  <a:pt x="125671" y="303299"/>
                </a:cubicBezTo>
                <a:cubicBezTo>
                  <a:pt x="131970" y="309589"/>
                  <a:pt x="142417" y="309589"/>
                  <a:pt x="148869" y="303299"/>
                </a:cubicBezTo>
                <a:cubicBezTo>
                  <a:pt x="161928" y="290259"/>
                  <a:pt x="179288" y="283049"/>
                  <a:pt x="197724" y="283049"/>
                </a:cubicBezTo>
                <a:cubicBezTo>
                  <a:pt x="216160" y="283049"/>
                  <a:pt x="233520" y="290259"/>
                  <a:pt x="246579" y="303299"/>
                </a:cubicBezTo>
                <a:cubicBezTo>
                  <a:pt x="249805" y="306368"/>
                  <a:pt x="253953" y="308055"/>
                  <a:pt x="258255" y="308055"/>
                </a:cubicBezTo>
                <a:cubicBezTo>
                  <a:pt x="262403" y="308055"/>
                  <a:pt x="266551" y="306368"/>
                  <a:pt x="269777" y="303299"/>
                </a:cubicBezTo>
                <a:cubicBezTo>
                  <a:pt x="276230" y="296856"/>
                  <a:pt x="276230" y="286424"/>
                  <a:pt x="269777" y="280134"/>
                </a:cubicBezTo>
                <a:cubicBezTo>
                  <a:pt x="250573" y="260804"/>
                  <a:pt x="224917" y="250218"/>
                  <a:pt x="197724" y="250218"/>
                </a:cubicBezTo>
                <a:close/>
                <a:moveTo>
                  <a:pt x="197724" y="181182"/>
                </a:moveTo>
                <a:cubicBezTo>
                  <a:pt x="151942" y="181182"/>
                  <a:pt x="109079" y="198978"/>
                  <a:pt x="76662" y="231195"/>
                </a:cubicBezTo>
                <a:cubicBezTo>
                  <a:pt x="70363" y="237638"/>
                  <a:pt x="70363" y="247917"/>
                  <a:pt x="76662" y="254360"/>
                </a:cubicBezTo>
                <a:cubicBezTo>
                  <a:pt x="79888" y="257582"/>
                  <a:pt x="84037" y="259116"/>
                  <a:pt x="88338" y="259116"/>
                </a:cubicBezTo>
                <a:cubicBezTo>
                  <a:pt x="92486" y="259116"/>
                  <a:pt x="96634" y="257582"/>
                  <a:pt x="99861" y="254360"/>
                </a:cubicBezTo>
                <a:cubicBezTo>
                  <a:pt x="125978" y="228280"/>
                  <a:pt x="160699" y="213859"/>
                  <a:pt x="197724" y="213859"/>
                </a:cubicBezTo>
                <a:cubicBezTo>
                  <a:pt x="234749" y="213859"/>
                  <a:pt x="269470" y="228280"/>
                  <a:pt x="295587" y="254360"/>
                </a:cubicBezTo>
                <a:cubicBezTo>
                  <a:pt x="301886" y="260804"/>
                  <a:pt x="312333" y="260804"/>
                  <a:pt x="318786" y="254360"/>
                </a:cubicBezTo>
                <a:cubicBezTo>
                  <a:pt x="325085" y="247917"/>
                  <a:pt x="325085" y="237638"/>
                  <a:pt x="318786" y="231195"/>
                </a:cubicBezTo>
                <a:cubicBezTo>
                  <a:pt x="286369" y="198978"/>
                  <a:pt x="243506" y="181182"/>
                  <a:pt x="197724" y="181182"/>
                </a:cubicBezTo>
                <a:close/>
                <a:moveTo>
                  <a:pt x="20433" y="0"/>
                </a:moveTo>
                <a:lnTo>
                  <a:pt x="375015" y="0"/>
                </a:lnTo>
                <a:cubicBezTo>
                  <a:pt x="386230" y="0"/>
                  <a:pt x="395448" y="9205"/>
                  <a:pt x="395448" y="20404"/>
                </a:cubicBezTo>
                <a:lnTo>
                  <a:pt x="395448" y="473282"/>
                </a:lnTo>
                <a:lnTo>
                  <a:pt x="0" y="473282"/>
                </a:lnTo>
                <a:lnTo>
                  <a:pt x="0" y="20404"/>
                </a:lnTo>
                <a:cubicBezTo>
                  <a:pt x="0" y="9205"/>
                  <a:pt x="9218" y="0"/>
                  <a:pt x="20433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13" name="smartphone_367153">
            <a:extLst>
              <a:ext uri="{FF2B5EF4-FFF2-40B4-BE49-F238E27FC236}">
                <a16:creationId xmlns:a16="http://schemas.microsoft.com/office/drawing/2014/main" id="{BB4B2813-C2C6-4081-A9EA-8818FC779EA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8937856" y="6141830"/>
            <a:ext cx="583331" cy="495061"/>
          </a:xfrm>
          <a:custGeom>
            <a:avLst/>
            <a:gdLst>
              <a:gd name="connsiteX0" fmla="*/ 279452 w 607639"/>
              <a:gd name="connsiteY0" fmla="*/ 333687 h 515692"/>
              <a:gd name="connsiteX1" fmla="*/ 279452 w 607639"/>
              <a:gd name="connsiteY1" fmla="*/ 424698 h 515692"/>
              <a:gd name="connsiteX2" fmla="*/ 340254 w 607639"/>
              <a:gd name="connsiteY2" fmla="*/ 379192 h 515692"/>
              <a:gd name="connsiteX3" fmla="*/ 279452 w 607639"/>
              <a:gd name="connsiteY3" fmla="*/ 303290 h 515692"/>
              <a:gd name="connsiteX4" fmla="*/ 297702 w 607639"/>
              <a:gd name="connsiteY4" fmla="*/ 309423 h 515692"/>
              <a:gd name="connsiteX5" fmla="*/ 358503 w 607639"/>
              <a:gd name="connsiteY5" fmla="*/ 354929 h 515692"/>
              <a:gd name="connsiteX6" fmla="*/ 370610 w 607639"/>
              <a:gd name="connsiteY6" fmla="*/ 379192 h 515692"/>
              <a:gd name="connsiteX7" fmla="*/ 358503 w 607639"/>
              <a:gd name="connsiteY7" fmla="*/ 403456 h 515692"/>
              <a:gd name="connsiteX8" fmla="*/ 297702 w 607639"/>
              <a:gd name="connsiteY8" fmla="*/ 448962 h 515692"/>
              <a:gd name="connsiteX9" fmla="*/ 279452 w 607639"/>
              <a:gd name="connsiteY9" fmla="*/ 455006 h 515692"/>
              <a:gd name="connsiteX10" fmla="*/ 265921 w 607639"/>
              <a:gd name="connsiteY10" fmla="*/ 451806 h 515692"/>
              <a:gd name="connsiteX11" fmla="*/ 249096 w 607639"/>
              <a:gd name="connsiteY11" fmla="*/ 424698 h 515692"/>
              <a:gd name="connsiteX12" fmla="*/ 249096 w 607639"/>
              <a:gd name="connsiteY12" fmla="*/ 333687 h 515692"/>
              <a:gd name="connsiteX13" fmla="*/ 265921 w 607639"/>
              <a:gd name="connsiteY13" fmla="*/ 306490 h 515692"/>
              <a:gd name="connsiteX14" fmla="*/ 279452 w 607639"/>
              <a:gd name="connsiteY14" fmla="*/ 303290 h 515692"/>
              <a:gd name="connsiteX15" fmla="*/ 151952 w 607639"/>
              <a:gd name="connsiteY15" fmla="*/ 272980 h 515692"/>
              <a:gd name="connsiteX16" fmla="*/ 151952 w 607639"/>
              <a:gd name="connsiteY16" fmla="*/ 485297 h 515692"/>
              <a:gd name="connsiteX17" fmla="*/ 455706 w 607639"/>
              <a:gd name="connsiteY17" fmla="*/ 485297 h 515692"/>
              <a:gd name="connsiteX18" fmla="*/ 455706 w 607639"/>
              <a:gd name="connsiteY18" fmla="*/ 272980 h 515692"/>
              <a:gd name="connsiteX19" fmla="*/ 151952 w 607639"/>
              <a:gd name="connsiteY19" fmla="*/ 242674 h 515692"/>
              <a:gd name="connsiteX20" fmla="*/ 455706 w 607639"/>
              <a:gd name="connsiteY20" fmla="*/ 242674 h 515692"/>
              <a:gd name="connsiteX21" fmla="*/ 486055 w 607639"/>
              <a:gd name="connsiteY21" fmla="*/ 272980 h 515692"/>
              <a:gd name="connsiteX22" fmla="*/ 486055 w 607639"/>
              <a:gd name="connsiteY22" fmla="*/ 485297 h 515692"/>
              <a:gd name="connsiteX23" fmla="*/ 455706 w 607639"/>
              <a:gd name="connsiteY23" fmla="*/ 515692 h 515692"/>
              <a:gd name="connsiteX24" fmla="*/ 151952 w 607639"/>
              <a:gd name="connsiteY24" fmla="*/ 515692 h 515692"/>
              <a:gd name="connsiteX25" fmla="*/ 121514 w 607639"/>
              <a:gd name="connsiteY25" fmla="*/ 485297 h 515692"/>
              <a:gd name="connsiteX26" fmla="*/ 121514 w 607639"/>
              <a:gd name="connsiteY26" fmla="*/ 272980 h 515692"/>
              <a:gd name="connsiteX27" fmla="*/ 151952 w 607639"/>
              <a:gd name="connsiteY27" fmla="*/ 242674 h 515692"/>
              <a:gd name="connsiteX28" fmla="*/ 303775 w 607639"/>
              <a:gd name="connsiteY28" fmla="*/ 0 h 515692"/>
              <a:gd name="connsiteX29" fmla="*/ 464340 w 607639"/>
              <a:gd name="connsiteY29" fmla="*/ 122988 h 515692"/>
              <a:gd name="connsiteX30" fmla="*/ 607639 w 607639"/>
              <a:gd name="connsiteY30" fmla="*/ 288185 h 515692"/>
              <a:gd name="connsiteX31" fmla="*/ 516498 w 607639"/>
              <a:gd name="connsiteY31" fmla="*/ 436588 h 515692"/>
              <a:gd name="connsiteX32" fmla="*/ 516498 w 607639"/>
              <a:gd name="connsiteY32" fmla="*/ 401576 h 515692"/>
              <a:gd name="connsiteX33" fmla="*/ 577199 w 607639"/>
              <a:gd name="connsiteY33" fmla="*/ 288185 h 515692"/>
              <a:gd name="connsiteX34" fmla="*/ 440487 w 607639"/>
              <a:gd name="connsiteY34" fmla="*/ 151691 h 515692"/>
              <a:gd name="connsiteX35" fmla="*/ 438974 w 607639"/>
              <a:gd name="connsiteY35" fmla="*/ 151779 h 515692"/>
              <a:gd name="connsiteX36" fmla="*/ 303775 w 607639"/>
              <a:gd name="connsiteY36" fmla="*/ 30303 h 515692"/>
              <a:gd name="connsiteX37" fmla="*/ 168576 w 607639"/>
              <a:gd name="connsiteY37" fmla="*/ 151779 h 515692"/>
              <a:gd name="connsiteX38" fmla="*/ 167063 w 607639"/>
              <a:gd name="connsiteY38" fmla="*/ 151691 h 515692"/>
              <a:gd name="connsiteX39" fmla="*/ 30351 w 607639"/>
              <a:gd name="connsiteY39" fmla="*/ 288185 h 515692"/>
              <a:gd name="connsiteX40" fmla="*/ 91141 w 607639"/>
              <a:gd name="connsiteY40" fmla="*/ 401576 h 515692"/>
              <a:gd name="connsiteX41" fmla="*/ 91141 w 607639"/>
              <a:gd name="connsiteY41" fmla="*/ 436588 h 515692"/>
              <a:gd name="connsiteX42" fmla="*/ 0 w 607639"/>
              <a:gd name="connsiteY42" fmla="*/ 288185 h 515692"/>
              <a:gd name="connsiteX43" fmla="*/ 143209 w 607639"/>
              <a:gd name="connsiteY43" fmla="*/ 122988 h 515692"/>
              <a:gd name="connsiteX44" fmla="*/ 303775 w 607639"/>
              <a:gd name="connsiteY44" fmla="*/ 0 h 515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07639" h="515692">
                <a:moveTo>
                  <a:pt x="279452" y="333687"/>
                </a:moveTo>
                <a:lnTo>
                  <a:pt x="279452" y="424698"/>
                </a:lnTo>
                <a:lnTo>
                  <a:pt x="340254" y="379192"/>
                </a:lnTo>
                <a:close/>
                <a:moveTo>
                  <a:pt x="279452" y="303290"/>
                </a:moveTo>
                <a:cubicBezTo>
                  <a:pt x="285951" y="303290"/>
                  <a:pt x="292360" y="305334"/>
                  <a:pt x="297702" y="309423"/>
                </a:cubicBezTo>
                <a:lnTo>
                  <a:pt x="358503" y="354929"/>
                </a:lnTo>
                <a:cubicBezTo>
                  <a:pt x="366159" y="360617"/>
                  <a:pt x="370610" y="369594"/>
                  <a:pt x="370610" y="379192"/>
                </a:cubicBezTo>
                <a:cubicBezTo>
                  <a:pt x="370610" y="388702"/>
                  <a:pt x="366159" y="397679"/>
                  <a:pt x="358503" y="403456"/>
                </a:cubicBezTo>
                <a:lnTo>
                  <a:pt x="297702" y="448962"/>
                </a:lnTo>
                <a:cubicBezTo>
                  <a:pt x="292360" y="452962"/>
                  <a:pt x="285951" y="455006"/>
                  <a:pt x="279452" y="455006"/>
                </a:cubicBezTo>
                <a:cubicBezTo>
                  <a:pt x="274823" y="455006"/>
                  <a:pt x="270194" y="453939"/>
                  <a:pt x="265921" y="451806"/>
                </a:cubicBezTo>
                <a:cubicBezTo>
                  <a:pt x="255595" y="446651"/>
                  <a:pt x="249096" y="436164"/>
                  <a:pt x="249096" y="424698"/>
                </a:cubicBezTo>
                <a:lnTo>
                  <a:pt x="249096" y="333687"/>
                </a:lnTo>
                <a:cubicBezTo>
                  <a:pt x="249096" y="322132"/>
                  <a:pt x="255595" y="311645"/>
                  <a:pt x="265921" y="306490"/>
                </a:cubicBezTo>
                <a:cubicBezTo>
                  <a:pt x="270194" y="304357"/>
                  <a:pt x="274823" y="303290"/>
                  <a:pt x="279452" y="303290"/>
                </a:cubicBezTo>
                <a:close/>
                <a:moveTo>
                  <a:pt x="151952" y="272980"/>
                </a:moveTo>
                <a:lnTo>
                  <a:pt x="151952" y="485297"/>
                </a:lnTo>
                <a:lnTo>
                  <a:pt x="455706" y="485297"/>
                </a:lnTo>
                <a:lnTo>
                  <a:pt x="455706" y="272980"/>
                </a:lnTo>
                <a:close/>
                <a:moveTo>
                  <a:pt x="151952" y="242674"/>
                </a:moveTo>
                <a:lnTo>
                  <a:pt x="455706" y="242674"/>
                </a:lnTo>
                <a:cubicBezTo>
                  <a:pt x="472527" y="242674"/>
                  <a:pt x="486055" y="256183"/>
                  <a:pt x="486055" y="272980"/>
                </a:cubicBezTo>
                <a:lnTo>
                  <a:pt x="486055" y="485297"/>
                </a:lnTo>
                <a:cubicBezTo>
                  <a:pt x="486055" y="502094"/>
                  <a:pt x="472527" y="515692"/>
                  <a:pt x="455706" y="515692"/>
                </a:cubicBezTo>
                <a:lnTo>
                  <a:pt x="151952" y="515692"/>
                </a:lnTo>
                <a:cubicBezTo>
                  <a:pt x="135131" y="515692"/>
                  <a:pt x="121514" y="502094"/>
                  <a:pt x="121514" y="485297"/>
                </a:cubicBezTo>
                <a:lnTo>
                  <a:pt x="121514" y="272980"/>
                </a:lnTo>
                <a:cubicBezTo>
                  <a:pt x="121514" y="256183"/>
                  <a:pt x="135131" y="242674"/>
                  <a:pt x="151952" y="242674"/>
                </a:cubicBezTo>
                <a:close/>
                <a:moveTo>
                  <a:pt x="303775" y="0"/>
                </a:moveTo>
                <a:cubicBezTo>
                  <a:pt x="379964" y="0"/>
                  <a:pt x="445026" y="51363"/>
                  <a:pt x="464340" y="122988"/>
                </a:cubicBezTo>
                <a:cubicBezTo>
                  <a:pt x="545246" y="134629"/>
                  <a:pt x="607639" y="204209"/>
                  <a:pt x="607639" y="288185"/>
                </a:cubicBezTo>
                <a:cubicBezTo>
                  <a:pt x="607639" y="352789"/>
                  <a:pt x="570524" y="408863"/>
                  <a:pt x="516498" y="436588"/>
                </a:cubicBezTo>
                <a:lnTo>
                  <a:pt x="516498" y="401576"/>
                </a:lnTo>
                <a:cubicBezTo>
                  <a:pt x="553079" y="377138"/>
                  <a:pt x="577199" y="335461"/>
                  <a:pt x="577199" y="288185"/>
                </a:cubicBezTo>
                <a:cubicBezTo>
                  <a:pt x="577199" y="212740"/>
                  <a:pt x="516053" y="151691"/>
                  <a:pt x="440487" y="151691"/>
                </a:cubicBezTo>
                <a:cubicBezTo>
                  <a:pt x="440042" y="151691"/>
                  <a:pt x="439508" y="151779"/>
                  <a:pt x="438974" y="151779"/>
                </a:cubicBezTo>
                <a:cubicBezTo>
                  <a:pt x="431409" y="83621"/>
                  <a:pt x="374178" y="30303"/>
                  <a:pt x="303775" y="30303"/>
                </a:cubicBezTo>
                <a:cubicBezTo>
                  <a:pt x="233461" y="30303"/>
                  <a:pt x="176230" y="83621"/>
                  <a:pt x="168576" y="151779"/>
                </a:cubicBezTo>
                <a:cubicBezTo>
                  <a:pt x="168131" y="151779"/>
                  <a:pt x="167597" y="151691"/>
                  <a:pt x="167063" y="151691"/>
                </a:cubicBezTo>
                <a:cubicBezTo>
                  <a:pt x="91586" y="151691"/>
                  <a:pt x="30351" y="212740"/>
                  <a:pt x="30351" y="288185"/>
                </a:cubicBezTo>
                <a:cubicBezTo>
                  <a:pt x="30351" y="335461"/>
                  <a:pt x="54560" y="377138"/>
                  <a:pt x="91141" y="401576"/>
                </a:cubicBezTo>
                <a:lnTo>
                  <a:pt x="91141" y="436588"/>
                </a:lnTo>
                <a:cubicBezTo>
                  <a:pt x="37115" y="408863"/>
                  <a:pt x="0" y="352789"/>
                  <a:pt x="0" y="288185"/>
                </a:cubicBezTo>
                <a:cubicBezTo>
                  <a:pt x="0" y="204209"/>
                  <a:pt x="62393" y="134629"/>
                  <a:pt x="143209" y="122988"/>
                </a:cubicBezTo>
                <a:cubicBezTo>
                  <a:pt x="162613" y="51363"/>
                  <a:pt x="227675" y="0"/>
                  <a:pt x="303775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400"/>
          </a:p>
        </p:txBody>
      </p:sp>
      <p:sp>
        <p:nvSpPr>
          <p:cNvPr id="14" name="wifi-protected-connection-symbol-for-phones_37877">
            <a:extLst>
              <a:ext uri="{FF2B5EF4-FFF2-40B4-BE49-F238E27FC236}">
                <a16:creationId xmlns:a16="http://schemas.microsoft.com/office/drawing/2014/main" id="{F1F6E26F-373C-4F5E-93F3-339A1CF1744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0356036" y="6272093"/>
            <a:ext cx="517963" cy="389015"/>
          </a:xfrm>
          <a:custGeom>
            <a:avLst/>
            <a:gdLst>
              <a:gd name="connsiteX0" fmla="*/ 54825 w 606298"/>
              <a:gd name="connsiteY0" fmla="*/ 265256 h 455359"/>
              <a:gd name="connsiteX1" fmla="*/ 62383 w 606298"/>
              <a:gd name="connsiteY1" fmla="*/ 265256 h 455359"/>
              <a:gd name="connsiteX2" fmla="*/ 113539 w 606298"/>
              <a:gd name="connsiteY2" fmla="*/ 316349 h 455359"/>
              <a:gd name="connsiteX3" fmla="*/ 113539 w 606298"/>
              <a:gd name="connsiteY3" fmla="*/ 404266 h 455359"/>
              <a:gd name="connsiteX4" fmla="*/ 62383 w 606298"/>
              <a:gd name="connsiteY4" fmla="*/ 455359 h 455359"/>
              <a:gd name="connsiteX5" fmla="*/ 54825 w 606298"/>
              <a:gd name="connsiteY5" fmla="*/ 455359 h 455359"/>
              <a:gd name="connsiteX6" fmla="*/ 3669 w 606298"/>
              <a:gd name="connsiteY6" fmla="*/ 404266 h 455359"/>
              <a:gd name="connsiteX7" fmla="*/ 3669 w 606298"/>
              <a:gd name="connsiteY7" fmla="*/ 316349 h 455359"/>
              <a:gd name="connsiteX8" fmla="*/ 54825 w 606298"/>
              <a:gd name="connsiteY8" fmla="*/ 265256 h 455359"/>
              <a:gd name="connsiteX9" fmla="*/ 212317 w 606298"/>
              <a:gd name="connsiteY9" fmla="*/ 204287 h 455359"/>
              <a:gd name="connsiteX10" fmla="*/ 219966 w 606298"/>
              <a:gd name="connsiteY10" fmla="*/ 204287 h 455359"/>
              <a:gd name="connsiteX11" fmla="*/ 271112 w 606298"/>
              <a:gd name="connsiteY11" fmla="*/ 255367 h 455359"/>
              <a:gd name="connsiteX12" fmla="*/ 271112 w 606298"/>
              <a:gd name="connsiteY12" fmla="*/ 404280 h 455359"/>
              <a:gd name="connsiteX13" fmla="*/ 219966 w 606298"/>
              <a:gd name="connsiteY13" fmla="*/ 455359 h 455359"/>
              <a:gd name="connsiteX14" fmla="*/ 212317 w 606298"/>
              <a:gd name="connsiteY14" fmla="*/ 455359 h 455359"/>
              <a:gd name="connsiteX15" fmla="*/ 161171 w 606298"/>
              <a:gd name="connsiteY15" fmla="*/ 404280 h 455359"/>
              <a:gd name="connsiteX16" fmla="*/ 161171 w 606298"/>
              <a:gd name="connsiteY16" fmla="*/ 255367 h 455359"/>
              <a:gd name="connsiteX17" fmla="*/ 212317 w 606298"/>
              <a:gd name="connsiteY17" fmla="*/ 204287 h 455359"/>
              <a:gd name="connsiteX18" fmla="*/ 58640 w 606298"/>
              <a:gd name="connsiteY18" fmla="*/ 188509 h 455359"/>
              <a:gd name="connsiteX19" fmla="*/ 47391 w 606298"/>
              <a:gd name="connsiteY19" fmla="*/ 199649 h 455359"/>
              <a:gd name="connsiteX20" fmla="*/ 58640 w 606298"/>
              <a:gd name="connsiteY20" fmla="*/ 210882 h 455359"/>
              <a:gd name="connsiteX21" fmla="*/ 69796 w 606298"/>
              <a:gd name="connsiteY21" fmla="*/ 199649 h 455359"/>
              <a:gd name="connsiteX22" fmla="*/ 58640 w 606298"/>
              <a:gd name="connsiteY22" fmla="*/ 188509 h 455359"/>
              <a:gd name="connsiteX23" fmla="*/ 379991 w 606298"/>
              <a:gd name="connsiteY23" fmla="*/ 119185 h 455359"/>
              <a:gd name="connsiteX24" fmla="*/ 387549 w 606298"/>
              <a:gd name="connsiteY24" fmla="*/ 119185 h 455359"/>
              <a:gd name="connsiteX25" fmla="*/ 438705 w 606298"/>
              <a:gd name="connsiteY25" fmla="*/ 170182 h 455359"/>
              <a:gd name="connsiteX26" fmla="*/ 438705 w 606298"/>
              <a:gd name="connsiteY26" fmla="*/ 404270 h 455359"/>
              <a:gd name="connsiteX27" fmla="*/ 387549 w 606298"/>
              <a:gd name="connsiteY27" fmla="*/ 455359 h 455359"/>
              <a:gd name="connsiteX28" fmla="*/ 379991 w 606298"/>
              <a:gd name="connsiteY28" fmla="*/ 455359 h 455359"/>
              <a:gd name="connsiteX29" fmla="*/ 328835 w 606298"/>
              <a:gd name="connsiteY29" fmla="*/ 404270 h 455359"/>
              <a:gd name="connsiteX30" fmla="*/ 328835 w 606298"/>
              <a:gd name="connsiteY30" fmla="*/ 170182 h 455359"/>
              <a:gd name="connsiteX31" fmla="*/ 379991 w 606298"/>
              <a:gd name="connsiteY31" fmla="*/ 119185 h 455359"/>
              <a:gd name="connsiteX32" fmla="*/ 58640 w 606298"/>
              <a:gd name="connsiteY32" fmla="*/ 106015 h 455359"/>
              <a:gd name="connsiteX33" fmla="*/ 28121 w 606298"/>
              <a:gd name="connsiteY33" fmla="*/ 133820 h 455359"/>
              <a:gd name="connsiteX34" fmla="*/ 28121 w 606298"/>
              <a:gd name="connsiteY34" fmla="*/ 167057 h 455359"/>
              <a:gd name="connsiteX35" fmla="*/ 89159 w 606298"/>
              <a:gd name="connsiteY35" fmla="*/ 167057 h 455359"/>
              <a:gd name="connsiteX36" fmla="*/ 89159 w 606298"/>
              <a:gd name="connsiteY36" fmla="*/ 133820 h 455359"/>
              <a:gd name="connsiteX37" fmla="*/ 58640 w 606298"/>
              <a:gd name="connsiteY37" fmla="*/ 106015 h 455359"/>
              <a:gd name="connsiteX38" fmla="*/ 58640 w 606298"/>
              <a:gd name="connsiteY38" fmla="*/ 91100 h 455359"/>
              <a:gd name="connsiteX39" fmla="*/ 104095 w 606298"/>
              <a:gd name="connsiteY39" fmla="*/ 133820 h 455359"/>
              <a:gd name="connsiteX40" fmla="*/ 104095 w 606298"/>
              <a:gd name="connsiteY40" fmla="*/ 167057 h 455359"/>
              <a:gd name="connsiteX41" fmla="*/ 110642 w 606298"/>
              <a:gd name="connsiteY41" fmla="*/ 167057 h 455359"/>
              <a:gd name="connsiteX42" fmla="*/ 117280 w 606298"/>
              <a:gd name="connsiteY42" fmla="*/ 175988 h 455359"/>
              <a:gd name="connsiteX43" fmla="*/ 117280 w 606298"/>
              <a:gd name="connsiteY43" fmla="*/ 228007 h 455359"/>
              <a:gd name="connsiteX44" fmla="*/ 108336 w 606298"/>
              <a:gd name="connsiteY44" fmla="*/ 237029 h 455359"/>
              <a:gd name="connsiteX45" fmla="*/ 8944 w 606298"/>
              <a:gd name="connsiteY45" fmla="*/ 237029 h 455359"/>
              <a:gd name="connsiteX46" fmla="*/ 0 w 606298"/>
              <a:gd name="connsiteY46" fmla="*/ 228007 h 455359"/>
              <a:gd name="connsiteX47" fmla="*/ 0 w 606298"/>
              <a:gd name="connsiteY47" fmla="*/ 175988 h 455359"/>
              <a:gd name="connsiteX48" fmla="*/ 6638 w 606298"/>
              <a:gd name="connsiteY48" fmla="*/ 167057 h 455359"/>
              <a:gd name="connsiteX49" fmla="*/ 13185 w 606298"/>
              <a:gd name="connsiteY49" fmla="*/ 167057 h 455359"/>
              <a:gd name="connsiteX50" fmla="*/ 13185 w 606298"/>
              <a:gd name="connsiteY50" fmla="*/ 133820 h 455359"/>
              <a:gd name="connsiteX51" fmla="*/ 58640 w 606298"/>
              <a:gd name="connsiteY51" fmla="*/ 91100 h 455359"/>
              <a:gd name="connsiteX52" fmla="*/ 547584 w 606298"/>
              <a:gd name="connsiteY52" fmla="*/ 0 h 455359"/>
              <a:gd name="connsiteX53" fmla="*/ 555234 w 606298"/>
              <a:gd name="connsiteY53" fmla="*/ 0 h 455359"/>
              <a:gd name="connsiteX54" fmla="*/ 606298 w 606298"/>
              <a:gd name="connsiteY54" fmla="*/ 51086 h 455359"/>
              <a:gd name="connsiteX55" fmla="*/ 606298 w 606298"/>
              <a:gd name="connsiteY55" fmla="*/ 404273 h 455359"/>
              <a:gd name="connsiteX56" fmla="*/ 555234 w 606298"/>
              <a:gd name="connsiteY56" fmla="*/ 455359 h 455359"/>
              <a:gd name="connsiteX57" fmla="*/ 547584 w 606298"/>
              <a:gd name="connsiteY57" fmla="*/ 455359 h 455359"/>
              <a:gd name="connsiteX58" fmla="*/ 496428 w 606298"/>
              <a:gd name="connsiteY58" fmla="*/ 404273 h 455359"/>
              <a:gd name="connsiteX59" fmla="*/ 496428 w 606298"/>
              <a:gd name="connsiteY59" fmla="*/ 51086 h 455359"/>
              <a:gd name="connsiteX60" fmla="*/ 547584 w 606298"/>
              <a:gd name="connsiteY60" fmla="*/ 0 h 455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606298" h="455359">
                <a:moveTo>
                  <a:pt x="54825" y="265256"/>
                </a:moveTo>
                <a:lnTo>
                  <a:pt x="62383" y="265256"/>
                </a:lnTo>
                <a:cubicBezTo>
                  <a:pt x="90588" y="265256"/>
                  <a:pt x="113539" y="288087"/>
                  <a:pt x="113539" y="316349"/>
                </a:cubicBezTo>
                <a:lnTo>
                  <a:pt x="113539" y="404266"/>
                </a:lnTo>
                <a:cubicBezTo>
                  <a:pt x="113539" y="432528"/>
                  <a:pt x="90588" y="455359"/>
                  <a:pt x="62383" y="455359"/>
                </a:cubicBezTo>
                <a:lnTo>
                  <a:pt x="54825" y="455359"/>
                </a:lnTo>
                <a:cubicBezTo>
                  <a:pt x="26528" y="455359"/>
                  <a:pt x="3669" y="432436"/>
                  <a:pt x="3669" y="404266"/>
                </a:cubicBezTo>
                <a:lnTo>
                  <a:pt x="3669" y="316349"/>
                </a:lnTo>
                <a:cubicBezTo>
                  <a:pt x="3669" y="288087"/>
                  <a:pt x="26528" y="265256"/>
                  <a:pt x="54825" y="265256"/>
                </a:cubicBezTo>
                <a:close/>
                <a:moveTo>
                  <a:pt x="212317" y="204287"/>
                </a:moveTo>
                <a:lnTo>
                  <a:pt x="219966" y="204287"/>
                </a:lnTo>
                <a:cubicBezTo>
                  <a:pt x="248165" y="204287"/>
                  <a:pt x="271112" y="227204"/>
                  <a:pt x="271112" y="255367"/>
                </a:cubicBezTo>
                <a:lnTo>
                  <a:pt x="271112" y="404280"/>
                </a:lnTo>
                <a:cubicBezTo>
                  <a:pt x="271112" y="432535"/>
                  <a:pt x="248165" y="455359"/>
                  <a:pt x="219966" y="455359"/>
                </a:cubicBezTo>
                <a:lnTo>
                  <a:pt x="212317" y="455359"/>
                </a:lnTo>
                <a:cubicBezTo>
                  <a:pt x="184118" y="455359"/>
                  <a:pt x="161171" y="432442"/>
                  <a:pt x="161171" y="404280"/>
                </a:cubicBezTo>
                <a:lnTo>
                  <a:pt x="161171" y="255367"/>
                </a:lnTo>
                <a:cubicBezTo>
                  <a:pt x="161171" y="227204"/>
                  <a:pt x="184118" y="204287"/>
                  <a:pt x="212317" y="204287"/>
                </a:cubicBezTo>
                <a:close/>
                <a:moveTo>
                  <a:pt x="58640" y="188509"/>
                </a:moveTo>
                <a:cubicBezTo>
                  <a:pt x="52463" y="188509"/>
                  <a:pt x="47391" y="193481"/>
                  <a:pt x="47391" y="199649"/>
                </a:cubicBezTo>
                <a:cubicBezTo>
                  <a:pt x="47391" y="205818"/>
                  <a:pt x="52463" y="210882"/>
                  <a:pt x="58640" y="210882"/>
                </a:cubicBezTo>
                <a:cubicBezTo>
                  <a:pt x="64817" y="210882"/>
                  <a:pt x="69796" y="205818"/>
                  <a:pt x="69796" y="199649"/>
                </a:cubicBezTo>
                <a:cubicBezTo>
                  <a:pt x="69796" y="193481"/>
                  <a:pt x="64817" y="188509"/>
                  <a:pt x="58640" y="188509"/>
                </a:cubicBezTo>
                <a:close/>
                <a:moveTo>
                  <a:pt x="379991" y="119185"/>
                </a:moveTo>
                <a:lnTo>
                  <a:pt x="387549" y="119185"/>
                </a:lnTo>
                <a:cubicBezTo>
                  <a:pt x="415846" y="119185"/>
                  <a:pt x="438705" y="142014"/>
                  <a:pt x="438705" y="170182"/>
                </a:cubicBezTo>
                <a:lnTo>
                  <a:pt x="438705" y="404270"/>
                </a:lnTo>
                <a:cubicBezTo>
                  <a:pt x="438705" y="432530"/>
                  <a:pt x="415846" y="455359"/>
                  <a:pt x="387549" y="455359"/>
                </a:cubicBezTo>
                <a:lnTo>
                  <a:pt x="379991" y="455359"/>
                </a:lnTo>
                <a:cubicBezTo>
                  <a:pt x="351694" y="455359"/>
                  <a:pt x="328835" y="432438"/>
                  <a:pt x="328835" y="404270"/>
                </a:cubicBezTo>
                <a:lnTo>
                  <a:pt x="328835" y="170182"/>
                </a:lnTo>
                <a:cubicBezTo>
                  <a:pt x="328835" y="142014"/>
                  <a:pt x="351694" y="119185"/>
                  <a:pt x="379991" y="119185"/>
                </a:cubicBezTo>
                <a:close/>
                <a:moveTo>
                  <a:pt x="58640" y="106015"/>
                </a:moveTo>
                <a:cubicBezTo>
                  <a:pt x="41767" y="106015"/>
                  <a:pt x="28121" y="118537"/>
                  <a:pt x="28121" y="133820"/>
                </a:cubicBezTo>
                <a:lnTo>
                  <a:pt x="28121" y="167057"/>
                </a:lnTo>
                <a:lnTo>
                  <a:pt x="89159" y="167057"/>
                </a:lnTo>
                <a:lnTo>
                  <a:pt x="89159" y="133820"/>
                </a:lnTo>
                <a:cubicBezTo>
                  <a:pt x="89159" y="118537"/>
                  <a:pt x="75421" y="106015"/>
                  <a:pt x="58640" y="106015"/>
                </a:cubicBezTo>
                <a:close/>
                <a:moveTo>
                  <a:pt x="58640" y="91100"/>
                </a:moveTo>
                <a:cubicBezTo>
                  <a:pt x="83719" y="91100"/>
                  <a:pt x="104095" y="110251"/>
                  <a:pt x="104095" y="133820"/>
                </a:cubicBezTo>
                <a:lnTo>
                  <a:pt x="104095" y="167057"/>
                </a:lnTo>
                <a:lnTo>
                  <a:pt x="110642" y="167057"/>
                </a:lnTo>
                <a:cubicBezTo>
                  <a:pt x="114330" y="167057"/>
                  <a:pt x="117280" y="171016"/>
                  <a:pt x="117280" y="175988"/>
                </a:cubicBezTo>
                <a:lnTo>
                  <a:pt x="117280" y="228007"/>
                </a:lnTo>
                <a:cubicBezTo>
                  <a:pt x="117280" y="232978"/>
                  <a:pt x="113223" y="237029"/>
                  <a:pt x="108336" y="237029"/>
                </a:cubicBezTo>
                <a:lnTo>
                  <a:pt x="8944" y="237029"/>
                </a:lnTo>
                <a:cubicBezTo>
                  <a:pt x="4057" y="237029"/>
                  <a:pt x="0" y="232978"/>
                  <a:pt x="0" y="228007"/>
                </a:cubicBezTo>
                <a:lnTo>
                  <a:pt x="0" y="175988"/>
                </a:lnTo>
                <a:cubicBezTo>
                  <a:pt x="0" y="171016"/>
                  <a:pt x="2950" y="167057"/>
                  <a:pt x="6638" y="167057"/>
                </a:cubicBezTo>
                <a:lnTo>
                  <a:pt x="13185" y="167057"/>
                </a:lnTo>
                <a:lnTo>
                  <a:pt x="13185" y="133820"/>
                </a:lnTo>
                <a:cubicBezTo>
                  <a:pt x="13185" y="110251"/>
                  <a:pt x="33561" y="91100"/>
                  <a:pt x="58640" y="91100"/>
                </a:cubicBezTo>
                <a:close/>
                <a:moveTo>
                  <a:pt x="547584" y="0"/>
                </a:moveTo>
                <a:lnTo>
                  <a:pt x="555234" y="0"/>
                </a:lnTo>
                <a:cubicBezTo>
                  <a:pt x="583439" y="0"/>
                  <a:pt x="606298" y="22920"/>
                  <a:pt x="606298" y="51086"/>
                </a:cubicBezTo>
                <a:lnTo>
                  <a:pt x="606298" y="404273"/>
                </a:lnTo>
                <a:cubicBezTo>
                  <a:pt x="606298" y="432531"/>
                  <a:pt x="583439" y="455359"/>
                  <a:pt x="555234" y="455359"/>
                </a:cubicBezTo>
                <a:lnTo>
                  <a:pt x="547584" y="455359"/>
                </a:lnTo>
                <a:cubicBezTo>
                  <a:pt x="519379" y="455359"/>
                  <a:pt x="496428" y="432439"/>
                  <a:pt x="496428" y="404273"/>
                </a:cubicBezTo>
                <a:lnTo>
                  <a:pt x="496428" y="51086"/>
                </a:lnTo>
                <a:cubicBezTo>
                  <a:pt x="496428" y="22920"/>
                  <a:pt x="519379" y="0"/>
                  <a:pt x="547584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15" name="cloud-computing_241800">
            <a:extLst>
              <a:ext uri="{FF2B5EF4-FFF2-40B4-BE49-F238E27FC236}">
                <a16:creationId xmlns:a16="http://schemas.microsoft.com/office/drawing/2014/main" id="{64408B2C-5760-4039-B926-09D6566126F4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6914562" y="4425759"/>
            <a:ext cx="812913" cy="689904"/>
          </a:xfrm>
          <a:custGeom>
            <a:avLst/>
            <a:gdLst>
              <a:gd name="connsiteX0" fmla="*/ 279452 w 607639"/>
              <a:gd name="connsiteY0" fmla="*/ 333687 h 515692"/>
              <a:gd name="connsiteX1" fmla="*/ 279452 w 607639"/>
              <a:gd name="connsiteY1" fmla="*/ 424698 h 515692"/>
              <a:gd name="connsiteX2" fmla="*/ 340254 w 607639"/>
              <a:gd name="connsiteY2" fmla="*/ 379192 h 515692"/>
              <a:gd name="connsiteX3" fmla="*/ 279452 w 607639"/>
              <a:gd name="connsiteY3" fmla="*/ 303290 h 515692"/>
              <a:gd name="connsiteX4" fmla="*/ 297702 w 607639"/>
              <a:gd name="connsiteY4" fmla="*/ 309423 h 515692"/>
              <a:gd name="connsiteX5" fmla="*/ 358503 w 607639"/>
              <a:gd name="connsiteY5" fmla="*/ 354929 h 515692"/>
              <a:gd name="connsiteX6" fmla="*/ 370610 w 607639"/>
              <a:gd name="connsiteY6" fmla="*/ 379192 h 515692"/>
              <a:gd name="connsiteX7" fmla="*/ 358503 w 607639"/>
              <a:gd name="connsiteY7" fmla="*/ 403456 h 515692"/>
              <a:gd name="connsiteX8" fmla="*/ 297702 w 607639"/>
              <a:gd name="connsiteY8" fmla="*/ 448962 h 515692"/>
              <a:gd name="connsiteX9" fmla="*/ 279452 w 607639"/>
              <a:gd name="connsiteY9" fmla="*/ 455006 h 515692"/>
              <a:gd name="connsiteX10" fmla="*/ 265921 w 607639"/>
              <a:gd name="connsiteY10" fmla="*/ 451806 h 515692"/>
              <a:gd name="connsiteX11" fmla="*/ 249096 w 607639"/>
              <a:gd name="connsiteY11" fmla="*/ 424698 h 515692"/>
              <a:gd name="connsiteX12" fmla="*/ 249096 w 607639"/>
              <a:gd name="connsiteY12" fmla="*/ 333687 h 515692"/>
              <a:gd name="connsiteX13" fmla="*/ 265921 w 607639"/>
              <a:gd name="connsiteY13" fmla="*/ 306490 h 515692"/>
              <a:gd name="connsiteX14" fmla="*/ 279452 w 607639"/>
              <a:gd name="connsiteY14" fmla="*/ 303290 h 515692"/>
              <a:gd name="connsiteX15" fmla="*/ 151952 w 607639"/>
              <a:gd name="connsiteY15" fmla="*/ 272980 h 515692"/>
              <a:gd name="connsiteX16" fmla="*/ 151952 w 607639"/>
              <a:gd name="connsiteY16" fmla="*/ 485297 h 515692"/>
              <a:gd name="connsiteX17" fmla="*/ 455706 w 607639"/>
              <a:gd name="connsiteY17" fmla="*/ 485297 h 515692"/>
              <a:gd name="connsiteX18" fmla="*/ 455706 w 607639"/>
              <a:gd name="connsiteY18" fmla="*/ 272980 h 515692"/>
              <a:gd name="connsiteX19" fmla="*/ 151952 w 607639"/>
              <a:gd name="connsiteY19" fmla="*/ 242674 h 515692"/>
              <a:gd name="connsiteX20" fmla="*/ 455706 w 607639"/>
              <a:gd name="connsiteY20" fmla="*/ 242674 h 515692"/>
              <a:gd name="connsiteX21" fmla="*/ 486055 w 607639"/>
              <a:gd name="connsiteY21" fmla="*/ 272980 h 515692"/>
              <a:gd name="connsiteX22" fmla="*/ 486055 w 607639"/>
              <a:gd name="connsiteY22" fmla="*/ 485297 h 515692"/>
              <a:gd name="connsiteX23" fmla="*/ 455706 w 607639"/>
              <a:gd name="connsiteY23" fmla="*/ 515692 h 515692"/>
              <a:gd name="connsiteX24" fmla="*/ 151952 w 607639"/>
              <a:gd name="connsiteY24" fmla="*/ 515692 h 515692"/>
              <a:gd name="connsiteX25" fmla="*/ 121514 w 607639"/>
              <a:gd name="connsiteY25" fmla="*/ 485297 h 515692"/>
              <a:gd name="connsiteX26" fmla="*/ 121514 w 607639"/>
              <a:gd name="connsiteY26" fmla="*/ 272980 h 515692"/>
              <a:gd name="connsiteX27" fmla="*/ 151952 w 607639"/>
              <a:gd name="connsiteY27" fmla="*/ 242674 h 515692"/>
              <a:gd name="connsiteX28" fmla="*/ 303775 w 607639"/>
              <a:gd name="connsiteY28" fmla="*/ 0 h 515692"/>
              <a:gd name="connsiteX29" fmla="*/ 464340 w 607639"/>
              <a:gd name="connsiteY29" fmla="*/ 122988 h 515692"/>
              <a:gd name="connsiteX30" fmla="*/ 607639 w 607639"/>
              <a:gd name="connsiteY30" fmla="*/ 288185 h 515692"/>
              <a:gd name="connsiteX31" fmla="*/ 516498 w 607639"/>
              <a:gd name="connsiteY31" fmla="*/ 436588 h 515692"/>
              <a:gd name="connsiteX32" fmla="*/ 516498 w 607639"/>
              <a:gd name="connsiteY32" fmla="*/ 401576 h 515692"/>
              <a:gd name="connsiteX33" fmla="*/ 577199 w 607639"/>
              <a:gd name="connsiteY33" fmla="*/ 288185 h 515692"/>
              <a:gd name="connsiteX34" fmla="*/ 440487 w 607639"/>
              <a:gd name="connsiteY34" fmla="*/ 151691 h 515692"/>
              <a:gd name="connsiteX35" fmla="*/ 438974 w 607639"/>
              <a:gd name="connsiteY35" fmla="*/ 151779 h 515692"/>
              <a:gd name="connsiteX36" fmla="*/ 303775 w 607639"/>
              <a:gd name="connsiteY36" fmla="*/ 30303 h 515692"/>
              <a:gd name="connsiteX37" fmla="*/ 168576 w 607639"/>
              <a:gd name="connsiteY37" fmla="*/ 151779 h 515692"/>
              <a:gd name="connsiteX38" fmla="*/ 167063 w 607639"/>
              <a:gd name="connsiteY38" fmla="*/ 151691 h 515692"/>
              <a:gd name="connsiteX39" fmla="*/ 30351 w 607639"/>
              <a:gd name="connsiteY39" fmla="*/ 288185 h 515692"/>
              <a:gd name="connsiteX40" fmla="*/ 91141 w 607639"/>
              <a:gd name="connsiteY40" fmla="*/ 401576 h 515692"/>
              <a:gd name="connsiteX41" fmla="*/ 91141 w 607639"/>
              <a:gd name="connsiteY41" fmla="*/ 436588 h 515692"/>
              <a:gd name="connsiteX42" fmla="*/ 0 w 607639"/>
              <a:gd name="connsiteY42" fmla="*/ 288185 h 515692"/>
              <a:gd name="connsiteX43" fmla="*/ 143209 w 607639"/>
              <a:gd name="connsiteY43" fmla="*/ 122988 h 515692"/>
              <a:gd name="connsiteX44" fmla="*/ 303775 w 607639"/>
              <a:gd name="connsiteY44" fmla="*/ 0 h 515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07639" h="515692">
                <a:moveTo>
                  <a:pt x="279452" y="333687"/>
                </a:moveTo>
                <a:lnTo>
                  <a:pt x="279452" y="424698"/>
                </a:lnTo>
                <a:lnTo>
                  <a:pt x="340254" y="379192"/>
                </a:lnTo>
                <a:close/>
                <a:moveTo>
                  <a:pt x="279452" y="303290"/>
                </a:moveTo>
                <a:cubicBezTo>
                  <a:pt x="285951" y="303290"/>
                  <a:pt x="292360" y="305334"/>
                  <a:pt x="297702" y="309423"/>
                </a:cubicBezTo>
                <a:lnTo>
                  <a:pt x="358503" y="354929"/>
                </a:lnTo>
                <a:cubicBezTo>
                  <a:pt x="366159" y="360617"/>
                  <a:pt x="370610" y="369594"/>
                  <a:pt x="370610" y="379192"/>
                </a:cubicBezTo>
                <a:cubicBezTo>
                  <a:pt x="370610" y="388702"/>
                  <a:pt x="366159" y="397679"/>
                  <a:pt x="358503" y="403456"/>
                </a:cubicBezTo>
                <a:lnTo>
                  <a:pt x="297702" y="448962"/>
                </a:lnTo>
                <a:cubicBezTo>
                  <a:pt x="292360" y="452962"/>
                  <a:pt x="285951" y="455006"/>
                  <a:pt x="279452" y="455006"/>
                </a:cubicBezTo>
                <a:cubicBezTo>
                  <a:pt x="274823" y="455006"/>
                  <a:pt x="270194" y="453939"/>
                  <a:pt x="265921" y="451806"/>
                </a:cubicBezTo>
                <a:cubicBezTo>
                  <a:pt x="255595" y="446651"/>
                  <a:pt x="249096" y="436164"/>
                  <a:pt x="249096" y="424698"/>
                </a:cubicBezTo>
                <a:lnTo>
                  <a:pt x="249096" y="333687"/>
                </a:lnTo>
                <a:cubicBezTo>
                  <a:pt x="249096" y="322132"/>
                  <a:pt x="255595" y="311645"/>
                  <a:pt x="265921" y="306490"/>
                </a:cubicBezTo>
                <a:cubicBezTo>
                  <a:pt x="270194" y="304357"/>
                  <a:pt x="274823" y="303290"/>
                  <a:pt x="279452" y="303290"/>
                </a:cubicBezTo>
                <a:close/>
                <a:moveTo>
                  <a:pt x="151952" y="272980"/>
                </a:moveTo>
                <a:lnTo>
                  <a:pt x="151952" y="485297"/>
                </a:lnTo>
                <a:lnTo>
                  <a:pt x="455706" y="485297"/>
                </a:lnTo>
                <a:lnTo>
                  <a:pt x="455706" y="272980"/>
                </a:lnTo>
                <a:close/>
                <a:moveTo>
                  <a:pt x="151952" y="242674"/>
                </a:moveTo>
                <a:lnTo>
                  <a:pt x="455706" y="242674"/>
                </a:lnTo>
                <a:cubicBezTo>
                  <a:pt x="472527" y="242674"/>
                  <a:pt x="486055" y="256183"/>
                  <a:pt x="486055" y="272980"/>
                </a:cubicBezTo>
                <a:lnTo>
                  <a:pt x="486055" y="485297"/>
                </a:lnTo>
                <a:cubicBezTo>
                  <a:pt x="486055" y="502094"/>
                  <a:pt x="472527" y="515692"/>
                  <a:pt x="455706" y="515692"/>
                </a:cubicBezTo>
                <a:lnTo>
                  <a:pt x="151952" y="515692"/>
                </a:lnTo>
                <a:cubicBezTo>
                  <a:pt x="135131" y="515692"/>
                  <a:pt x="121514" y="502094"/>
                  <a:pt x="121514" y="485297"/>
                </a:cubicBezTo>
                <a:lnTo>
                  <a:pt x="121514" y="272980"/>
                </a:lnTo>
                <a:cubicBezTo>
                  <a:pt x="121514" y="256183"/>
                  <a:pt x="135131" y="242674"/>
                  <a:pt x="151952" y="242674"/>
                </a:cubicBezTo>
                <a:close/>
                <a:moveTo>
                  <a:pt x="303775" y="0"/>
                </a:moveTo>
                <a:cubicBezTo>
                  <a:pt x="379964" y="0"/>
                  <a:pt x="445026" y="51363"/>
                  <a:pt x="464340" y="122988"/>
                </a:cubicBezTo>
                <a:cubicBezTo>
                  <a:pt x="545246" y="134629"/>
                  <a:pt x="607639" y="204209"/>
                  <a:pt x="607639" y="288185"/>
                </a:cubicBezTo>
                <a:cubicBezTo>
                  <a:pt x="607639" y="352789"/>
                  <a:pt x="570524" y="408863"/>
                  <a:pt x="516498" y="436588"/>
                </a:cubicBezTo>
                <a:lnTo>
                  <a:pt x="516498" y="401576"/>
                </a:lnTo>
                <a:cubicBezTo>
                  <a:pt x="553079" y="377138"/>
                  <a:pt x="577199" y="335461"/>
                  <a:pt x="577199" y="288185"/>
                </a:cubicBezTo>
                <a:cubicBezTo>
                  <a:pt x="577199" y="212740"/>
                  <a:pt x="516053" y="151691"/>
                  <a:pt x="440487" y="151691"/>
                </a:cubicBezTo>
                <a:cubicBezTo>
                  <a:pt x="440042" y="151691"/>
                  <a:pt x="439508" y="151779"/>
                  <a:pt x="438974" y="151779"/>
                </a:cubicBezTo>
                <a:cubicBezTo>
                  <a:pt x="431409" y="83621"/>
                  <a:pt x="374178" y="30303"/>
                  <a:pt x="303775" y="30303"/>
                </a:cubicBezTo>
                <a:cubicBezTo>
                  <a:pt x="233461" y="30303"/>
                  <a:pt x="176230" y="83621"/>
                  <a:pt x="168576" y="151779"/>
                </a:cubicBezTo>
                <a:cubicBezTo>
                  <a:pt x="168131" y="151779"/>
                  <a:pt x="167597" y="151691"/>
                  <a:pt x="167063" y="151691"/>
                </a:cubicBezTo>
                <a:cubicBezTo>
                  <a:pt x="91586" y="151691"/>
                  <a:pt x="30351" y="212740"/>
                  <a:pt x="30351" y="288185"/>
                </a:cubicBezTo>
                <a:cubicBezTo>
                  <a:pt x="30351" y="335461"/>
                  <a:pt x="54560" y="377138"/>
                  <a:pt x="91141" y="401576"/>
                </a:cubicBezTo>
                <a:lnTo>
                  <a:pt x="91141" y="436588"/>
                </a:lnTo>
                <a:cubicBezTo>
                  <a:pt x="37115" y="408863"/>
                  <a:pt x="0" y="352789"/>
                  <a:pt x="0" y="288185"/>
                </a:cubicBezTo>
                <a:cubicBezTo>
                  <a:pt x="0" y="204209"/>
                  <a:pt x="62393" y="134629"/>
                  <a:pt x="143209" y="122988"/>
                </a:cubicBezTo>
                <a:cubicBezTo>
                  <a:pt x="162613" y="51363"/>
                  <a:pt x="227675" y="0"/>
                  <a:pt x="303775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16" name="wifi-connection-to-internet_59889">
            <a:extLst>
              <a:ext uri="{FF2B5EF4-FFF2-40B4-BE49-F238E27FC236}">
                <a16:creationId xmlns:a16="http://schemas.microsoft.com/office/drawing/2014/main" id="{CBAFDF3E-83DB-4BD3-B648-50F7DBEF7A9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7187289" y="6044560"/>
            <a:ext cx="685544" cy="587223"/>
          </a:xfrm>
          <a:custGeom>
            <a:avLst/>
            <a:gdLst>
              <a:gd name="connsiteX0" fmla="*/ 112095 w 599838"/>
              <a:gd name="connsiteY0" fmla="*/ 389977 h 513809"/>
              <a:gd name="connsiteX1" fmla="*/ 138318 w 599838"/>
              <a:gd name="connsiteY1" fmla="*/ 396882 h 513809"/>
              <a:gd name="connsiteX2" fmla="*/ 299228 w 599838"/>
              <a:gd name="connsiteY2" fmla="*/ 443377 h 513809"/>
              <a:gd name="connsiteX3" fmla="*/ 462904 w 599838"/>
              <a:gd name="connsiteY3" fmla="*/ 396422 h 513809"/>
              <a:gd name="connsiteX4" fmla="*/ 511776 w 599838"/>
              <a:gd name="connsiteY4" fmla="*/ 404708 h 513809"/>
              <a:gd name="connsiteX5" fmla="*/ 503477 w 599838"/>
              <a:gd name="connsiteY5" fmla="*/ 453504 h 513809"/>
              <a:gd name="connsiteX6" fmla="*/ 299228 w 599838"/>
              <a:gd name="connsiteY6" fmla="*/ 513809 h 513809"/>
              <a:gd name="connsiteX7" fmla="*/ 95901 w 599838"/>
              <a:gd name="connsiteY7" fmla="*/ 453044 h 513809"/>
              <a:gd name="connsiteX8" fmla="*/ 88985 w 599838"/>
              <a:gd name="connsiteY8" fmla="*/ 403787 h 513809"/>
              <a:gd name="connsiteX9" fmla="*/ 112095 w 599838"/>
              <a:gd name="connsiteY9" fmla="*/ 389977 h 513809"/>
              <a:gd name="connsiteX10" fmla="*/ 168799 w 599838"/>
              <a:gd name="connsiteY10" fmla="*/ 297619 h 513809"/>
              <a:gd name="connsiteX11" fmla="*/ 195484 w 599838"/>
              <a:gd name="connsiteY11" fmla="*/ 302509 h 513809"/>
              <a:gd name="connsiteX12" fmla="*/ 405277 w 599838"/>
              <a:gd name="connsiteY12" fmla="*/ 302048 h 513809"/>
              <a:gd name="connsiteX13" fmla="*/ 453690 w 599838"/>
              <a:gd name="connsiteY13" fmla="*/ 313554 h 513809"/>
              <a:gd name="connsiteX14" fmla="*/ 442163 w 599838"/>
              <a:gd name="connsiteY14" fmla="*/ 361879 h 513809"/>
              <a:gd name="connsiteX15" fmla="*/ 298767 w 599838"/>
              <a:gd name="connsiteY15" fmla="*/ 404680 h 513809"/>
              <a:gd name="connsiteX16" fmla="*/ 157214 w 599838"/>
              <a:gd name="connsiteY16" fmla="*/ 361418 h 513809"/>
              <a:gd name="connsiteX17" fmla="*/ 146609 w 599838"/>
              <a:gd name="connsiteY17" fmla="*/ 313094 h 513809"/>
              <a:gd name="connsiteX18" fmla="*/ 168799 w 599838"/>
              <a:gd name="connsiteY18" fmla="*/ 297619 h 513809"/>
              <a:gd name="connsiteX19" fmla="*/ 210456 w 599838"/>
              <a:gd name="connsiteY19" fmla="*/ 205035 h 513809"/>
              <a:gd name="connsiteX20" fmla="*/ 237431 w 599838"/>
              <a:gd name="connsiteY20" fmla="*/ 209063 h 513809"/>
              <a:gd name="connsiteX21" fmla="*/ 363773 w 599838"/>
              <a:gd name="connsiteY21" fmla="*/ 208603 h 513809"/>
              <a:gd name="connsiteX22" fmla="*/ 411728 w 599838"/>
              <a:gd name="connsiteY22" fmla="*/ 221954 h 513809"/>
              <a:gd name="connsiteX23" fmla="*/ 398356 w 599838"/>
              <a:gd name="connsiteY23" fmla="*/ 269836 h 513809"/>
              <a:gd name="connsiteX24" fmla="*/ 298296 w 599838"/>
              <a:gd name="connsiteY24" fmla="*/ 297920 h 513809"/>
              <a:gd name="connsiteX25" fmla="*/ 201003 w 599838"/>
              <a:gd name="connsiteY25" fmla="*/ 269375 h 513809"/>
              <a:gd name="connsiteX26" fmla="*/ 189015 w 599838"/>
              <a:gd name="connsiteY26" fmla="*/ 221033 h 513809"/>
              <a:gd name="connsiteX27" fmla="*/ 210456 w 599838"/>
              <a:gd name="connsiteY27" fmla="*/ 205035 h 513809"/>
              <a:gd name="connsiteX28" fmla="*/ 257271 w 599838"/>
              <a:gd name="connsiteY28" fmla="*/ 0 h 513809"/>
              <a:gd name="connsiteX29" fmla="*/ 345795 w 599838"/>
              <a:gd name="connsiteY29" fmla="*/ 29464 h 513809"/>
              <a:gd name="connsiteX30" fmla="*/ 355938 w 599838"/>
              <a:gd name="connsiteY30" fmla="*/ 32227 h 513809"/>
              <a:gd name="connsiteX31" fmla="*/ 363776 w 599838"/>
              <a:gd name="connsiteY31" fmla="*/ 32227 h 513809"/>
              <a:gd name="connsiteX32" fmla="*/ 468897 w 599838"/>
              <a:gd name="connsiteY32" fmla="*/ 85170 h 513809"/>
              <a:gd name="connsiteX33" fmla="*/ 480424 w 599838"/>
              <a:gd name="connsiteY33" fmla="*/ 91615 h 513809"/>
              <a:gd name="connsiteX34" fmla="*/ 599838 w 599838"/>
              <a:gd name="connsiteY34" fmla="*/ 221902 h 513809"/>
              <a:gd name="connsiteX35" fmla="*/ 481346 w 599838"/>
              <a:gd name="connsiteY35" fmla="*/ 352189 h 513809"/>
              <a:gd name="connsiteX36" fmla="*/ 476274 w 599838"/>
              <a:gd name="connsiteY36" fmla="*/ 301087 h 513809"/>
              <a:gd name="connsiteX37" fmla="*/ 548200 w 599838"/>
              <a:gd name="connsiteY37" fmla="*/ 221902 h 513809"/>
              <a:gd name="connsiteX38" fmla="*/ 468897 w 599838"/>
              <a:gd name="connsiteY38" fmla="*/ 142717 h 513809"/>
              <a:gd name="connsiteX39" fmla="*/ 461059 w 599838"/>
              <a:gd name="connsiteY39" fmla="*/ 143178 h 513809"/>
              <a:gd name="connsiteX40" fmla="*/ 435240 w 599838"/>
              <a:gd name="connsiteY40" fmla="*/ 128906 h 513809"/>
              <a:gd name="connsiteX41" fmla="*/ 363776 w 599838"/>
              <a:gd name="connsiteY41" fmla="*/ 83789 h 513809"/>
              <a:gd name="connsiteX42" fmla="*/ 347639 w 599838"/>
              <a:gd name="connsiteY42" fmla="*/ 85631 h 513809"/>
              <a:gd name="connsiteX43" fmla="*/ 324125 w 599838"/>
              <a:gd name="connsiteY43" fmla="*/ 78725 h 513809"/>
              <a:gd name="connsiteX44" fmla="*/ 257271 w 599838"/>
              <a:gd name="connsiteY44" fmla="*/ 51563 h 513809"/>
              <a:gd name="connsiteX45" fmla="*/ 164598 w 599838"/>
              <a:gd name="connsiteY45" fmla="*/ 123842 h 513809"/>
              <a:gd name="connsiteX46" fmla="*/ 137857 w 599838"/>
              <a:gd name="connsiteY46" fmla="*/ 143178 h 513809"/>
              <a:gd name="connsiteX47" fmla="*/ 130941 w 599838"/>
              <a:gd name="connsiteY47" fmla="*/ 142717 h 513809"/>
              <a:gd name="connsiteX48" fmla="*/ 51639 w 599838"/>
              <a:gd name="connsiteY48" fmla="*/ 221902 h 513809"/>
              <a:gd name="connsiteX49" fmla="*/ 124025 w 599838"/>
              <a:gd name="connsiteY49" fmla="*/ 301087 h 513809"/>
              <a:gd name="connsiteX50" fmla="*/ 118954 w 599838"/>
              <a:gd name="connsiteY50" fmla="*/ 352189 h 513809"/>
              <a:gd name="connsiteX51" fmla="*/ 0 w 599838"/>
              <a:gd name="connsiteY51" fmla="*/ 221902 h 513809"/>
              <a:gd name="connsiteX52" fmla="*/ 112499 w 599838"/>
              <a:gd name="connsiteY52" fmla="*/ 92536 h 513809"/>
              <a:gd name="connsiteX53" fmla="*/ 124486 w 599838"/>
              <a:gd name="connsiteY53" fmla="*/ 83789 h 513809"/>
              <a:gd name="connsiteX54" fmla="*/ 257271 w 599838"/>
              <a:gd name="connsiteY54" fmla="*/ 0 h 513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599838" h="513809">
                <a:moveTo>
                  <a:pt x="112095" y="389977"/>
                </a:moveTo>
                <a:cubicBezTo>
                  <a:pt x="121029" y="388711"/>
                  <a:pt x="130480" y="390898"/>
                  <a:pt x="138318" y="396882"/>
                </a:cubicBezTo>
                <a:cubicBezTo>
                  <a:pt x="139240" y="397343"/>
                  <a:pt x="202405" y="443377"/>
                  <a:pt x="299228" y="443377"/>
                </a:cubicBezTo>
                <a:cubicBezTo>
                  <a:pt x="395128" y="443377"/>
                  <a:pt x="461981" y="396882"/>
                  <a:pt x="462904" y="396422"/>
                </a:cubicBezTo>
                <a:cubicBezTo>
                  <a:pt x="478580" y="384913"/>
                  <a:pt x="500710" y="388596"/>
                  <a:pt x="511776" y="404708"/>
                </a:cubicBezTo>
                <a:cubicBezTo>
                  <a:pt x="522841" y="420360"/>
                  <a:pt x="519614" y="441996"/>
                  <a:pt x="503477" y="453504"/>
                </a:cubicBezTo>
                <a:cubicBezTo>
                  <a:pt x="500249" y="455806"/>
                  <a:pt x="418642" y="513809"/>
                  <a:pt x="299228" y="513809"/>
                </a:cubicBezTo>
                <a:cubicBezTo>
                  <a:pt x="177508" y="513809"/>
                  <a:pt x="99128" y="455346"/>
                  <a:pt x="95901" y="453044"/>
                </a:cubicBezTo>
                <a:cubicBezTo>
                  <a:pt x="80225" y="441075"/>
                  <a:pt x="76997" y="418979"/>
                  <a:pt x="88985" y="403787"/>
                </a:cubicBezTo>
                <a:cubicBezTo>
                  <a:pt x="94748" y="395962"/>
                  <a:pt x="103162" y="391243"/>
                  <a:pt x="112095" y="389977"/>
                </a:cubicBezTo>
                <a:close/>
                <a:moveTo>
                  <a:pt x="168799" y="297619"/>
                </a:moveTo>
                <a:cubicBezTo>
                  <a:pt x="177617" y="295720"/>
                  <a:pt x="187184" y="297216"/>
                  <a:pt x="195484" y="302509"/>
                </a:cubicBezTo>
                <a:cubicBezTo>
                  <a:pt x="261419" y="344850"/>
                  <a:pt x="336114" y="344850"/>
                  <a:pt x="405277" y="302048"/>
                </a:cubicBezTo>
                <a:cubicBezTo>
                  <a:pt x="421876" y="291923"/>
                  <a:pt x="443547" y="296986"/>
                  <a:pt x="453690" y="313554"/>
                </a:cubicBezTo>
                <a:cubicBezTo>
                  <a:pt x="463834" y="330123"/>
                  <a:pt x="458762" y="351753"/>
                  <a:pt x="442163" y="361879"/>
                </a:cubicBezTo>
                <a:cubicBezTo>
                  <a:pt x="396516" y="390413"/>
                  <a:pt x="347180" y="404680"/>
                  <a:pt x="298767" y="404680"/>
                </a:cubicBezTo>
                <a:cubicBezTo>
                  <a:pt x="250353" y="404680"/>
                  <a:pt x="201939" y="389953"/>
                  <a:pt x="157214" y="361418"/>
                </a:cubicBezTo>
                <a:cubicBezTo>
                  <a:pt x="141076" y="351293"/>
                  <a:pt x="136004" y="329202"/>
                  <a:pt x="146609" y="313094"/>
                </a:cubicBezTo>
                <a:cubicBezTo>
                  <a:pt x="151912" y="304810"/>
                  <a:pt x="159981" y="299517"/>
                  <a:pt x="168799" y="297619"/>
                </a:cubicBezTo>
                <a:close/>
                <a:moveTo>
                  <a:pt x="210456" y="205035"/>
                </a:moveTo>
                <a:cubicBezTo>
                  <a:pt x="219217" y="202848"/>
                  <a:pt x="228900" y="203999"/>
                  <a:pt x="237431" y="209063"/>
                </a:cubicBezTo>
                <a:cubicBezTo>
                  <a:pt x="278930" y="234385"/>
                  <a:pt x="318124" y="233925"/>
                  <a:pt x="363773" y="208603"/>
                </a:cubicBezTo>
                <a:cubicBezTo>
                  <a:pt x="380834" y="198934"/>
                  <a:pt x="402045" y="204919"/>
                  <a:pt x="411728" y="221954"/>
                </a:cubicBezTo>
                <a:cubicBezTo>
                  <a:pt x="421411" y="238989"/>
                  <a:pt x="415417" y="260167"/>
                  <a:pt x="398356" y="269836"/>
                </a:cubicBezTo>
                <a:cubicBezTo>
                  <a:pt x="364695" y="288712"/>
                  <a:pt x="331035" y="297920"/>
                  <a:pt x="298296" y="297920"/>
                </a:cubicBezTo>
                <a:cubicBezTo>
                  <a:pt x="265097" y="297920"/>
                  <a:pt x="232819" y="288712"/>
                  <a:pt x="201003" y="269375"/>
                </a:cubicBezTo>
                <a:cubicBezTo>
                  <a:pt x="184404" y="259247"/>
                  <a:pt x="178870" y="237608"/>
                  <a:pt x="189015" y="221033"/>
                </a:cubicBezTo>
                <a:cubicBezTo>
                  <a:pt x="193856" y="212746"/>
                  <a:pt x="201895" y="207221"/>
                  <a:pt x="210456" y="205035"/>
                </a:cubicBezTo>
                <a:close/>
                <a:moveTo>
                  <a:pt x="257271" y="0"/>
                </a:moveTo>
                <a:cubicBezTo>
                  <a:pt x="289545" y="0"/>
                  <a:pt x="320436" y="10129"/>
                  <a:pt x="345795" y="29464"/>
                </a:cubicBezTo>
                <a:cubicBezTo>
                  <a:pt x="348561" y="31766"/>
                  <a:pt x="352249" y="32687"/>
                  <a:pt x="355938" y="32227"/>
                </a:cubicBezTo>
                <a:cubicBezTo>
                  <a:pt x="358704" y="32227"/>
                  <a:pt x="361010" y="32227"/>
                  <a:pt x="363776" y="32227"/>
                </a:cubicBezTo>
                <a:cubicBezTo>
                  <a:pt x="405271" y="32227"/>
                  <a:pt x="444461" y="52483"/>
                  <a:pt x="468897" y="85170"/>
                </a:cubicBezTo>
                <a:cubicBezTo>
                  <a:pt x="471664" y="88853"/>
                  <a:pt x="475813" y="91155"/>
                  <a:pt x="480424" y="91615"/>
                </a:cubicBezTo>
                <a:cubicBezTo>
                  <a:pt x="547277" y="97600"/>
                  <a:pt x="599838" y="153766"/>
                  <a:pt x="599838" y="221902"/>
                </a:cubicBezTo>
                <a:cubicBezTo>
                  <a:pt x="599838" y="290038"/>
                  <a:pt x="547739" y="346204"/>
                  <a:pt x="481346" y="352189"/>
                </a:cubicBezTo>
                <a:cubicBezTo>
                  <a:pt x="486879" y="336076"/>
                  <a:pt x="485957" y="317201"/>
                  <a:pt x="476274" y="301087"/>
                </a:cubicBezTo>
                <a:cubicBezTo>
                  <a:pt x="516848" y="297404"/>
                  <a:pt x="548200" y="263336"/>
                  <a:pt x="548200" y="221902"/>
                </a:cubicBezTo>
                <a:cubicBezTo>
                  <a:pt x="548200" y="178166"/>
                  <a:pt x="512698" y="142717"/>
                  <a:pt x="468897" y="142717"/>
                </a:cubicBezTo>
                <a:cubicBezTo>
                  <a:pt x="466131" y="142717"/>
                  <a:pt x="463826" y="142717"/>
                  <a:pt x="461059" y="143178"/>
                </a:cubicBezTo>
                <a:cubicBezTo>
                  <a:pt x="449994" y="144098"/>
                  <a:pt x="439851" y="138574"/>
                  <a:pt x="435240" y="128906"/>
                </a:cubicBezTo>
                <a:cubicBezTo>
                  <a:pt x="421869" y="100823"/>
                  <a:pt x="394206" y="83789"/>
                  <a:pt x="363776" y="83789"/>
                </a:cubicBezTo>
                <a:cubicBezTo>
                  <a:pt x="358243" y="83789"/>
                  <a:pt x="352711" y="84249"/>
                  <a:pt x="347639" y="85631"/>
                </a:cubicBezTo>
                <a:cubicBezTo>
                  <a:pt x="338879" y="87012"/>
                  <a:pt x="330119" y="84710"/>
                  <a:pt x="324125" y="78725"/>
                </a:cubicBezTo>
                <a:cubicBezTo>
                  <a:pt x="306144" y="61230"/>
                  <a:pt x="282630" y="51563"/>
                  <a:pt x="257271" y="51563"/>
                </a:cubicBezTo>
                <a:cubicBezTo>
                  <a:pt x="213471" y="51563"/>
                  <a:pt x="175664" y="81027"/>
                  <a:pt x="164598" y="123842"/>
                </a:cubicBezTo>
                <a:cubicBezTo>
                  <a:pt x="161832" y="135812"/>
                  <a:pt x="150306" y="144098"/>
                  <a:pt x="137857" y="143178"/>
                </a:cubicBezTo>
                <a:cubicBezTo>
                  <a:pt x="135552" y="142717"/>
                  <a:pt x="133246" y="142717"/>
                  <a:pt x="130941" y="142717"/>
                </a:cubicBezTo>
                <a:cubicBezTo>
                  <a:pt x="87140" y="142717"/>
                  <a:pt x="51639" y="178166"/>
                  <a:pt x="51639" y="221902"/>
                </a:cubicBezTo>
                <a:cubicBezTo>
                  <a:pt x="51639" y="263336"/>
                  <a:pt x="83452" y="297404"/>
                  <a:pt x="124025" y="301087"/>
                </a:cubicBezTo>
                <a:cubicBezTo>
                  <a:pt x="114343" y="317201"/>
                  <a:pt x="112960" y="335616"/>
                  <a:pt x="118954" y="352189"/>
                </a:cubicBezTo>
                <a:cubicBezTo>
                  <a:pt x="52561" y="346204"/>
                  <a:pt x="0" y="290038"/>
                  <a:pt x="0" y="221902"/>
                </a:cubicBezTo>
                <a:cubicBezTo>
                  <a:pt x="0" y="156068"/>
                  <a:pt x="48873" y="101744"/>
                  <a:pt x="112499" y="92536"/>
                </a:cubicBezTo>
                <a:cubicBezTo>
                  <a:pt x="117570" y="91615"/>
                  <a:pt x="122181" y="88393"/>
                  <a:pt x="124486" y="83789"/>
                </a:cubicBezTo>
                <a:cubicBezTo>
                  <a:pt x="148461" y="33147"/>
                  <a:pt x="199639" y="0"/>
                  <a:pt x="257271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17" name="wifi_204975">
            <a:extLst>
              <a:ext uri="{FF2B5EF4-FFF2-40B4-BE49-F238E27FC236}">
                <a16:creationId xmlns:a16="http://schemas.microsoft.com/office/drawing/2014/main" id="{10D91ABC-34A0-4CD5-881E-BC361C4E1D6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8101947" y="6114491"/>
            <a:ext cx="617707" cy="496243"/>
          </a:xfrm>
          <a:custGeom>
            <a:avLst/>
            <a:gdLst>
              <a:gd name="connsiteX0" fmla="*/ 28571 w 607639"/>
              <a:gd name="connsiteY0" fmla="*/ 385413 h 488156"/>
              <a:gd name="connsiteX1" fmla="*/ 579068 w 607639"/>
              <a:gd name="connsiteY1" fmla="*/ 385413 h 488156"/>
              <a:gd name="connsiteX2" fmla="*/ 607639 w 607639"/>
              <a:gd name="connsiteY2" fmla="*/ 413943 h 488156"/>
              <a:gd name="connsiteX3" fmla="*/ 579068 w 607639"/>
              <a:gd name="connsiteY3" fmla="*/ 442473 h 488156"/>
              <a:gd name="connsiteX4" fmla="*/ 524597 w 607639"/>
              <a:gd name="connsiteY4" fmla="*/ 442473 h 488156"/>
              <a:gd name="connsiteX5" fmla="*/ 489885 w 607639"/>
              <a:gd name="connsiteY5" fmla="*/ 442473 h 488156"/>
              <a:gd name="connsiteX6" fmla="*/ 458021 w 607639"/>
              <a:gd name="connsiteY6" fmla="*/ 488156 h 488156"/>
              <a:gd name="connsiteX7" fmla="*/ 155759 w 607639"/>
              <a:gd name="connsiteY7" fmla="*/ 488156 h 488156"/>
              <a:gd name="connsiteX8" fmla="*/ 123984 w 607639"/>
              <a:gd name="connsiteY8" fmla="*/ 442473 h 488156"/>
              <a:gd name="connsiteX9" fmla="*/ 89183 w 607639"/>
              <a:gd name="connsiteY9" fmla="*/ 442473 h 488156"/>
              <a:gd name="connsiteX10" fmla="*/ 28571 w 607639"/>
              <a:gd name="connsiteY10" fmla="*/ 442473 h 488156"/>
              <a:gd name="connsiteX11" fmla="*/ 0 w 607639"/>
              <a:gd name="connsiteY11" fmla="*/ 413943 h 488156"/>
              <a:gd name="connsiteX12" fmla="*/ 28571 w 607639"/>
              <a:gd name="connsiteY12" fmla="*/ 385413 h 488156"/>
              <a:gd name="connsiteX13" fmla="*/ 304748 w 607639"/>
              <a:gd name="connsiteY13" fmla="*/ 241615 h 488156"/>
              <a:gd name="connsiteX14" fmla="*/ 407892 w 607639"/>
              <a:gd name="connsiteY14" fmla="*/ 284207 h 488156"/>
              <a:gd name="connsiteX15" fmla="*/ 407892 w 607639"/>
              <a:gd name="connsiteY15" fmla="*/ 324555 h 488156"/>
              <a:gd name="connsiteX16" fmla="*/ 387688 w 607639"/>
              <a:gd name="connsiteY16" fmla="*/ 332909 h 488156"/>
              <a:gd name="connsiteX17" fmla="*/ 367484 w 607639"/>
              <a:gd name="connsiteY17" fmla="*/ 324555 h 488156"/>
              <a:gd name="connsiteX18" fmla="*/ 241989 w 607639"/>
              <a:gd name="connsiteY18" fmla="*/ 324555 h 488156"/>
              <a:gd name="connsiteX19" fmla="*/ 201870 w 607639"/>
              <a:gd name="connsiteY19" fmla="*/ 324555 h 488156"/>
              <a:gd name="connsiteX20" fmla="*/ 201870 w 607639"/>
              <a:gd name="connsiteY20" fmla="*/ 284207 h 488156"/>
              <a:gd name="connsiteX21" fmla="*/ 304748 w 607639"/>
              <a:gd name="connsiteY21" fmla="*/ 241615 h 488156"/>
              <a:gd name="connsiteX22" fmla="*/ 303775 w 607639"/>
              <a:gd name="connsiteY22" fmla="*/ 120792 h 488156"/>
              <a:gd name="connsiteX23" fmla="*/ 492569 w 607639"/>
              <a:gd name="connsiteY23" fmla="*/ 198734 h 488156"/>
              <a:gd name="connsiteX24" fmla="*/ 492569 w 607639"/>
              <a:gd name="connsiteY24" fmla="*/ 239082 h 488156"/>
              <a:gd name="connsiteX25" fmla="*/ 452158 w 607639"/>
              <a:gd name="connsiteY25" fmla="*/ 239082 h 488156"/>
              <a:gd name="connsiteX26" fmla="*/ 155481 w 607639"/>
              <a:gd name="connsiteY26" fmla="*/ 239082 h 488156"/>
              <a:gd name="connsiteX27" fmla="*/ 135275 w 607639"/>
              <a:gd name="connsiteY27" fmla="*/ 247436 h 488156"/>
              <a:gd name="connsiteX28" fmla="*/ 115070 w 607639"/>
              <a:gd name="connsiteY28" fmla="*/ 239082 h 488156"/>
              <a:gd name="connsiteX29" fmla="*/ 115070 w 607639"/>
              <a:gd name="connsiteY29" fmla="*/ 198734 h 488156"/>
              <a:gd name="connsiteX30" fmla="*/ 303775 w 607639"/>
              <a:gd name="connsiteY30" fmla="*/ 120792 h 488156"/>
              <a:gd name="connsiteX31" fmla="*/ 303808 w 607639"/>
              <a:gd name="connsiteY31" fmla="*/ 0 h 488156"/>
              <a:gd name="connsiteX32" fmla="*/ 578078 w 607639"/>
              <a:gd name="connsiteY32" fmla="*/ 113302 h 488156"/>
              <a:gd name="connsiteX33" fmla="*/ 578078 w 607639"/>
              <a:gd name="connsiteY33" fmla="*/ 153647 h 488156"/>
              <a:gd name="connsiteX34" fmla="*/ 537671 w 607639"/>
              <a:gd name="connsiteY34" fmla="*/ 153647 h 488156"/>
              <a:gd name="connsiteX35" fmla="*/ 69879 w 607639"/>
              <a:gd name="connsiteY35" fmla="*/ 153647 h 488156"/>
              <a:gd name="connsiteX36" fmla="*/ 49676 w 607639"/>
              <a:gd name="connsiteY36" fmla="*/ 162000 h 488156"/>
              <a:gd name="connsiteX37" fmla="*/ 29472 w 607639"/>
              <a:gd name="connsiteY37" fmla="*/ 153647 h 488156"/>
              <a:gd name="connsiteX38" fmla="*/ 29472 w 607639"/>
              <a:gd name="connsiteY38" fmla="*/ 113302 h 488156"/>
              <a:gd name="connsiteX39" fmla="*/ 303808 w 607639"/>
              <a:gd name="connsiteY39" fmla="*/ 0 h 488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7639" h="488156">
                <a:moveTo>
                  <a:pt x="28571" y="385413"/>
                </a:moveTo>
                <a:lnTo>
                  <a:pt x="579068" y="385413"/>
                </a:lnTo>
                <a:cubicBezTo>
                  <a:pt x="594822" y="385413"/>
                  <a:pt x="607639" y="398211"/>
                  <a:pt x="607639" y="413943"/>
                </a:cubicBezTo>
                <a:cubicBezTo>
                  <a:pt x="607639" y="429674"/>
                  <a:pt x="594822" y="442473"/>
                  <a:pt x="579068" y="442473"/>
                </a:cubicBezTo>
                <a:lnTo>
                  <a:pt x="524597" y="442473"/>
                </a:lnTo>
                <a:lnTo>
                  <a:pt x="489885" y="442473"/>
                </a:lnTo>
                <a:lnTo>
                  <a:pt x="458021" y="488156"/>
                </a:lnTo>
                <a:lnTo>
                  <a:pt x="155759" y="488156"/>
                </a:lnTo>
                <a:lnTo>
                  <a:pt x="123984" y="442473"/>
                </a:lnTo>
                <a:lnTo>
                  <a:pt x="89183" y="442473"/>
                </a:lnTo>
                <a:lnTo>
                  <a:pt x="28571" y="442473"/>
                </a:lnTo>
                <a:cubicBezTo>
                  <a:pt x="12817" y="442473"/>
                  <a:pt x="0" y="429674"/>
                  <a:pt x="0" y="413943"/>
                </a:cubicBezTo>
                <a:cubicBezTo>
                  <a:pt x="0" y="398211"/>
                  <a:pt x="12817" y="385413"/>
                  <a:pt x="28571" y="385413"/>
                </a:cubicBezTo>
                <a:close/>
                <a:moveTo>
                  <a:pt x="304748" y="241615"/>
                </a:moveTo>
                <a:cubicBezTo>
                  <a:pt x="342096" y="241615"/>
                  <a:pt x="379455" y="255812"/>
                  <a:pt x="407892" y="284207"/>
                </a:cubicBezTo>
                <a:cubicBezTo>
                  <a:pt x="419017" y="295316"/>
                  <a:pt x="419017" y="313446"/>
                  <a:pt x="407892" y="324555"/>
                </a:cubicBezTo>
                <a:cubicBezTo>
                  <a:pt x="402284" y="330154"/>
                  <a:pt x="394986" y="332909"/>
                  <a:pt x="387688" y="332909"/>
                </a:cubicBezTo>
                <a:cubicBezTo>
                  <a:pt x="380300" y="332909"/>
                  <a:pt x="373002" y="330154"/>
                  <a:pt x="367484" y="324555"/>
                </a:cubicBezTo>
                <a:cubicBezTo>
                  <a:pt x="332862" y="290072"/>
                  <a:pt x="276611" y="290072"/>
                  <a:pt x="241989" y="324555"/>
                </a:cubicBezTo>
                <a:cubicBezTo>
                  <a:pt x="230864" y="335664"/>
                  <a:pt x="212796" y="335664"/>
                  <a:pt x="201870" y="324555"/>
                </a:cubicBezTo>
                <a:cubicBezTo>
                  <a:pt x="190456" y="313446"/>
                  <a:pt x="190456" y="295316"/>
                  <a:pt x="201870" y="284207"/>
                </a:cubicBezTo>
                <a:cubicBezTo>
                  <a:pt x="230063" y="255812"/>
                  <a:pt x="267400" y="241615"/>
                  <a:pt x="304748" y="241615"/>
                </a:cubicBezTo>
                <a:close/>
                <a:moveTo>
                  <a:pt x="303775" y="120792"/>
                </a:moveTo>
                <a:cubicBezTo>
                  <a:pt x="375163" y="120792"/>
                  <a:pt x="442189" y="148520"/>
                  <a:pt x="492569" y="198734"/>
                </a:cubicBezTo>
                <a:cubicBezTo>
                  <a:pt x="503696" y="209932"/>
                  <a:pt x="503696" y="227973"/>
                  <a:pt x="492569" y="239082"/>
                </a:cubicBezTo>
                <a:cubicBezTo>
                  <a:pt x="481354" y="250280"/>
                  <a:pt x="463285" y="250280"/>
                  <a:pt x="452158" y="239082"/>
                </a:cubicBezTo>
                <a:cubicBezTo>
                  <a:pt x="370356" y="157497"/>
                  <a:pt x="237283" y="157408"/>
                  <a:pt x="155481" y="239082"/>
                </a:cubicBezTo>
                <a:cubicBezTo>
                  <a:pt x="149873" y="244681"/>
                  <a:pt x="142574" y="247436"/>
                  <a:pt x="135275" y="247436"/>
                </a:cubicBezTo>
                <a:cubicBezTo>
                  <a:pt x="127976" y="247436"/>
                  <a:pt x="120677" y="244681"/>
                  <a:pt x="115070" y="239082"/>
                </a:cubicBezTo>
                <a:cubicBezTo>
                  <a:pt x="103943" y="227973"/>
                  <a:pt x="103943" y="209932"/>
                  <a:pt x="115070" y="198734"/>
                </a:cubicBezTo>
                <a:cubicBezTo>
                  <a:pt x="165450" y="148520"/>
                  <a:pt x="232476" y="120792"/>
                  <a:pt x="303775" y="120792"/>
                </a:cubicBezTo>
                <a:close/>
                <a:moveTo>
                  <a:pt x="303808" y="0"/>
                </a:moveTo>
                <a:cubicBezTo>
                  <a:pt x="403145" y="0"/>
                  <a:pt x="502471" y="37767"/>
                  <a:pt x="578078" y="113302"/>
                </a:cubicBezTo>
                <a:cubicBezTo>
                  <a:pt x="589292" y="124410"/>
                  <a:pt x="589292" y="142450"/>
                  <a:pt x="578078" y="153647"/>
                </a:cubicBezTo>
                <a:cubicBezTo>
                  <a:pt x="566953" y="164755"/>
                  <a:pt x="548885" y="164755"/>
                  <a:pt x="537671" y="153647"/>
                </a:cubicBezTo>
                <a:cubicBezTo>
                  <a:pt x="408708" y="24793"/>
                  <a:pt x="198842" y="24793"/>
                  <a:pt x="69879" y="153647"/>
                </a:cubicBezTo>
                <a:cubicBezTo>
                  <a:pt x="64361" y="159157"/>
                  <a:pt x="56974" y="162000"/>
                  <a:pt x="49676" y="162000"/>
                </a:cubicBezTo>
                <a:cubicBezTo>
                  <a:pt x="42377" y="162000"/>
                  <a:pt x="35079" y="159157"/>
                  <a:pt x="29472" y="153647"/>
                </a:cubicBezTo>
                <a:cubicBezTo>
                  <a:pt x="18347" y="142450"/>
                  <a:pt x="18347" y="124410"/>
                  <a:pt x="29472" y="113302"/>
                </a:cubicBezTo>
                <a:cubicBezTo>
                  <a:pt x="105124" y="37767"/>
                  <a:pt x="204472" y="0"/>
                  <a:pt x="303808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18" name="laptop_22904">
            <a:extLst>
              <a:ext uri="{FF2B5EF4-FFF2-40B4-BE49-F238E27FC236}">
                <a16:creationId xmlns:a16="http://schemas.microsoft.com/office/drawing/2014/main" id="{0EF452AB-1EB0-448A-9C63-BEE3FAE1102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832738" y="4787218"/>
            <a:ext cx="1334917" cy="1262625"/>
          </a:xfrm>
          <a:custGeom>
            <a:avLst/>
            <a:gdLst>
              <a:gd name="connsiteX0" fmla="*/ 250445 w 587641"/>
              <a:gd name="connsiteY0" fmla="*/ 534163 h 555818"/>
              <a:gd name="connsiteX1" fmla="*/ 244764 w 587641"/>
              <a:gd name="connsiteY1" fmla="*/ 539319 h 555818"/>
              <a:gd name="connsiteX2" fmla="*/ 250445 w 587641"/>
              <a:gd name="connsiteY2" fmla="*/ 544990 h 555818"/>
              <a:gd name="connsiteX3" fmla="*/ 337196 w 587641"/>
              <a:gd name="connsiteY3" fmla="*/ 544990 h 555818"/>
              <a:gd name="connsiteX4" fmla="*/ 342877 w 587641"/>
              <a:gd name="connsiteY4" fmla="*/ 539319 h 555818"/>
              <a:gd name="connsiteX5" fmla="*/ 337196 w 587641"/>
              <a:gd name="connsiteY5" fmla="*/ 534163 h 555818"/>
              <a:gd name="connsiteX6" fmla="*/ 220494 w 587641"/>
              <a:gd name="connsiteY6" fmla="*/ 503226 h 555818"/>
              <a:gd name="connsiteX7" fmla="*/ 203970 w 587641"/>
              <a:gd name="connsiteY7" fmla="*/ 523335 h 555818"/>
              <a:gd name="connsiteX8" fmla="*/ 383671 w 587641"/>
              <a:gd name="connsiteY8" fmla="*/ 523335 h 555818"/>
              <a:gd name="connsiteX9" fmla="*/ 367147 w 587641"/>
              <a:gd name="connsiteY9" fmla="*/ 503226 h 555818"/>
              <a:gd name="connsiteX10" fmla="*/ 254084 w 587641"/>
              <a:gd name="connsiteY10" fmla="*/ 375904 h 555818"/>
              <a:gd name="connsiteX11" fmla="*/ 254581 w 587641"/>
              <a:gd name="connsiteY11" fmla="*/ 375904 h 555818"/>
              <a:gd name="connsiteX12" fmla="*/ 255078 w 587641"/>
              <a:gd name="connsiteY12" fmla="*/ 376898 h 555818"/>
              <a:gd name="connsiteX13" fmla="*/ 254084 w 587641"/>
              <a:gd name="connsiteY13" fmla="*/ 375904 h 555818"/>
              <a:gd name="connsiteX14" fmla="*/ 347631 w 587641"/>
              <a:gd name="connsiteY14" fmla="*/ 361640 h 555818"/>
              <a:gd name="connsiteX15" fmla="*/ 347535 w 587641"/>
              <a:gd name="connsiteY15" fmla="*/ 361929 h 555818"/>
              <a:gd name="connsiteX16" fmla="*/ 343920 w 587641"/>
              <a:gd name="connsiteY16" fmla="*/ 367601 h 555818"/>
              <a:gd name="connsiteX17" fmla="*/ 340305 w 587641"/>
              <a:gd name="connsiteY17" fmla="*/ 370178 h 555818"/>
              <a:gd name="connsiteX18" fmla="*/ 339429 w 587641"/>
              <a:gd name="connsiteY18" fmla="*/ 370276 h 555818"/>
              <a:gd name="connsiteX19" fmla="*/ 240641 w 587641"/>
              <a:gd name="connsiteY19" fmla="*/ 294388 h 555818"/>
              <a:gd name="connsiteX20" fmla="*/ 239608 w 587641"/>
              <a:gd name="connsiteY20" fmla="*/ 296966 h 555818"/>
              <a:gd name="connsiteX21" fmla="*/ 237543 w 587641"/>
              <a:gd name="connsiteY21" fmla="*/ 298512 h 555818"/>
              <a:gd name="connsiteX22" fmla="*/ 240125 w 587641"/>
              <a:gd name="connsiteY22" fmla="*/ 299544 h 555818"/>
              <a:gd name="connsiteX23" fmla="*/ 241674 w 587641"/>
              <a:gd name="connsiteY23" fmla="*/ 298512 h 555818"/>
              <a:gd name="connsiteX24" fmla="*/ 244256 w 587641"/>
              <a:gd name="connsiteY24" fmla="*/ 298512 h 555818"/>
              <a:gd name="connsiteX25" fmla="*/ 243739 w 587641"/>
              <a:gd name="connsiteY25" fmla="*/ 296966 h 555818"/>
              <a:gd name="connsiteX26" fmla="*/ 242190 w 587641"/>
              <a:gd name="connsiteY26" fmla="*/ 294903 h 555818"/>
              <a:gd name="connsiteX27" fmla="*/ 240641 w 587641"/>
              <a:gd name="connsiteY27" fmla="*/ 294388 h 555818"/>
              <a:gd name="connsiteX28" fmla="*/ 371264 w 587641"/>
              <a:gd name="connsiteY28" fmla="*/ 292370 h 555818"/>
              <a:gd name="connsiteX29" fmla="*/ 372341 w 587641"/>
              <a:gd name="connsiteY29" fmla="*/ 296431 h 555818"/>
              <a:gd name="connsiteX30" fmla="*/ 371803 w 587641"/>
              <a:gd name="connsiteY30" fmla="*/ 296431 h 555818"/>
              <a:gd name="connsiteX31" fmla="*/ 371264 w 587641"/>
              <a:gd name="connsiteY31" fmla="*/ 292370 h 555818"/>
              <a:gd name="connsiteX32" fmla="*/ 231862 w 587641"/>
              <a:gd name="connsiteY32" fmla="*/ 289748 h 555818"/>
              <a:gd name="connsiteX33" fmla="*/ 231346 w 587641"/>
              <a:gd name="connsiteY33" fmla="*/ 290779 h 555818"/>
              <a:gd name="connsiteX34" fmla="*/ 231862 w 587641"/>
              <a:gd name="connsiteY34" fmla="*/ 290263 h 555818"/>
              <a:gd name="connsiteX35" fmla="*/ 231862 w 587641"/>
              <a:gd name="connsiteY35" fmla="*/ 289748 h 555818"/>
              <a:gd name="connsiteX36" fmla="*/ 235994 w 587641"/>
              <a:gd name="connsiteY36" fmla="*/ 288716 h 555818"/>
              <a:gd name="connsiteX37" fmla="*/ 232915 w 587641"/>
              <a:gd name="connsiteY37" fmla="*/ 289275 h 555818"/>
              <a:gd name="connsiteX38" fmla="*/ 232895 w 587641"/>
              <a:gd name="connsiteY38" fmla="*/ 289232 h 555818"/>
              <a:gd name="connsiteX39" fmla="*/ 230313 w 587641"/>
              <a:gd name="connsiteY39" fmla="*/ 289748 h 555818"/>
              <a:gd name="connsiteX40" fmla="*/ 232915 w 587641"/>
              <a:gd name="connsiteY40" fmla="*/ 289275 h 555818"/>
              <a:gd name="connsiteX41" fmla="*/ 234961 w 587641"/>
              <a:gd name="connsiteY41" fmla="*/ 293872 h 555818"/>
              <a:gd name="connsiteX42" fmla="*/ 238576 w 587641"/>
              <a:gd name="connsiteY42" fmla="*/ 294388 h 555818"/>
              <a:gd name="connsiteX43" fmla="*/ 238059 w 587641"/>
              <a:gd name="connsiteY43" fmla="*/ 292325 h 555818"/>
              <a:gd name="connsiteX44" fmla="*/ 235994 w 587641"/>
              <a:gd name="connsiteY44" fmla="*/ 288716 h 555818"/>
              <a:gd name="connsiteX45" fmla="*/ 239092 w 587641"/>
              <a:gd name="connsiteY45" fmla="*/ 282529 h 555818"/>
              <a:gd name="connsiteX46" fmla="*/ 240125 w 587641"/>
              <a:gd name="connsiteY46" fmla="*/ 283045 h 555818"/>
              <a:gd name="connsiteX47" fmla="*/ 239608 w 587641"/>
              <a:gd name="connsiteY47" fmla="*/ 282529 h 555818"/>
              <a:gd name="connsiteX48" fmla="*/ 239092 w 587641"/>
              <a:gd name="connsiteY48" fmla="*/ 282529 h 555818"/>
              <a:gd name="connsiteX49" fmla="*/ 368695 w 587641"/>
              <a:gd name="connsiteY49" fmla="*/ 282508 h 555818"/>
              <a:gd name="connsiteX50" fmla="*/ 369745 w 587641"/>
              <a:gd name="connsiteY50" fmla="*/ 285119 h 555818"/>
              <a:gd name="connsiteX51" fmla="*/ 370270 w 587641"/>
              <a:gd name="connsiteY51" fmla="*/ 287729 h 555818"/>
              <a:gd name="connsiteX52" fmla="*/ 368695 w 587641"/>
              <a:gd name="connsiteY52" fmla="*/ 283030 h 555818"/>
              <a:gd name="connsiteX53" fmla="*/ 368695 w 587641"/>
              <a:gd name="connsiteY53" fmla="*/ 282508 h 555818"/>
              <a:gd name="connsiteX54" fmla="*/ 367148 w 587641"/>
              <a:gd name="connsiteY54" fmla="*/ 278939 h 555818"/>
              <a:gd name="connsiteX55" fmla="*/ 368695 w 587641"/>
              <a:gd name="connsiteY55" fmla="*/ 283070 h 555818"/>
              <a:gd name="connsiteX56" fmla="*/ 368179 w 587641"/>
              <a:gd name="connsiteY56" fmla="*/ 283586 h 555818"/>
              <a:gd name="connsiteX57" fmla="*/ 365085 w 587641"/>
              <a:gd name="connsiteY57" fmla="*/ 279455 h 555818"/>
              <a:gd name="connsiteX58" fmla="*/ 367148 w 587641"/>
              <a:gd name="connsiteY58" fmla="*/ 278939 h 555818"/>
              <a:gd name="connsiteX59" fmla="*/ 366623 w 587641"/>
              <a:gd name="connsiteY59" fmla="*/ 276873 h 555818"/>
              <a:gd name="connsiteX60" fmla="*/ 367700 w 587641"/>
              <a:gd name="connsiteY60" fmla="*/ 279442 h 555818"/>
              <a:gd name="connsiteX61" fmla="*/ 367162 w 587641"/>
              <a:gd name="connsiteY61" fmla="*/ 278928 h 555818"/>
              <a:gd name="connsiteX62" fmla="*/ 366623 w 587641"/>
              <a:gd name="connsiteY62" fmla="*/ 276873 h 555818"/>
              <a:gd name="connsiteX63" fmla="*/ 328428 w 587641"/>
              <a:gd name="connsiteY63" fmla="*/ 265515 h 555818"/>
              <a:gd name="connsiteX64" fmla="*/ 331010 w 587641"/>
              <a:gd name="connsiteY64" fmla="*/ 267062 h 555818"/>
              <a:gd name="connsiteX65" fmla="*/ 331010 w 587641"/>
              <a:gd name="connsiteY65" fmla="*/ 265515 h 555818"/>
              <a:gd name="connsiteX66" fmla="*/ 328428 w 587641"/>
              <a:gd name="connsiteY66" fmla="*/ 265515 h 555818"/>
              <a:gd name="connsiteX67" fmla="*/ 359910 w 587641"/>
              <a:gd name="connsiteY67" fmla="*/ 264525 h 555818"/>
              <a:gd name="connsiteX68" fmla="*/ 361982 w 587641"/>
              <a:gd name="connsiteY68" fmla="*/ 267070 h 555818"/>
              <a:gd name="connsiteX69" fmla="*/ 361464 w 587641"/>
              <a:gd name="connsiteY69" fmla="*/ 267070 h 555818"/>
              <a:gd name="connsiteX70" fmla="*/ 361982 w 587641"/>
              <a:gd name="connsiteY70" fmla="*/ 268088 h 555818"/>
              <a:gd name="connsiteX71" fmla="*/ 359910 w 587641"/>
              <a:gd name="connsiteY71" fmla="*/ 264525 h 555818"/>
              <a:gd name="connsiteX72" fmla="*/ 323781 w 587641"/>
              <a:gd name="connsiteY72" fmla="*/ 261906 h 555818"/>
              <a:gd name="connsiteX73" fmla="*/ 324297 w 587641"/>
              <a:gd name="connsiteY73" fmla="*/ 262937 h 555818"/>
              <a:gd name="connsiteX74" fmla="*/ 323781 w 587641"/>
              <a:gd name="connsiteY74" fmla="*/ 261906 h 555818"/>
              <a:gd name="connsiteX75" fmla="*/ 271108 w 587641"/>
              <a:gd name="connsiteY75" fmla="*/ 256750 h 555818"/>
              <a:gd name="connsiteX76" fmla="*/ 266977 w 587641"/>
              <a:gd name="connsiteY76" fmla="*/ 259328 h 555818"/>
              <a:gd name="connsiteX77" fmla="*/ 267494 w 587641"/>
              <a:gd name="connsiteY77" fmla="*/ 259328 h 555818"/>
              <a:gd name="connsiteX78" fmla="*/ 266461 w 587641"/>
              <a:gd name="connsiteY78" fmla="*/ 260359 h 555818"/>
              <a:gd name="connsiteX79" fmla="*/ 268526 w 587641"/>
              <a:gd name="connsiteY79" fmla="*/ 260359 h 555818"/>
              <a:gd name="connsiteX80" fmla="*/ 266977 w 587641"/>
              <a:gd name="connsiteY80" fmla="*/ 261390 h 555818"/>
              <a:gd name="connsiteX81" fmla="*/ 268526 w 587641"/>
              <a:gd name="connsiteY81" fmla="*/ 261390 h 555818"/>
              <a:gd name="connsiteX82" fmla="*/ 268526 w 587641"/>
              <a:gd name="connsiteY82" fmla="*/ 260875 h 555818"/>
              <a:gd name="connsiteX83" fmla="*/ 268526 w 587641"/>
              <a:gd name="connsiteY83" fmla="*/ 260359 h 555818"/>
              <a:gd name="connsiteX84" fmla="*/ 270592 w 587641"/>
              <a:gd name="connsiteY84" fmla="*/ 260359 h 555818"/>
              <a:gd name="connsiteX85" fmla="*/ 270076 w 587641"/>
              <a:gd name="connsiteY85" fmla="*/ 260875 h 555818"/>
              <a:gd name="connsiteX86" fmla="*/ 271625 w 587641"/>
              <a:gd name="connsiteY86" fmla="*/ 260359 h 555818"/>
              <a:gd name="connsiteX87" fmla="*/ 272141 w 587641"/>
              <a:gd name="connsiteY87" fmla="*/ 260359 h 555818"/>
              <a:gd name="connsiteX88" fmla="*/ 272658 w 587641"/>
              <a:gd name="connsiteY88" fmla="*/ 259328 h 555818"/>
              <a:gd name="connsiteX89" fmla="*/ 272141 w 587641"/>
              <a:gd name="connsiteY89" fmla="*/ 259328 h 555818"/>
              <a:gd name="connsiteX90" fmla="*/ 272658 w 587641"/>
              <a:gd name="connsiteY90" fmla="*/ 258813 h 555818"/>
              <a:gd name="connsiteX91" fmla="*/ 271625 w 587641"/>
              <a:gd name="connsiteY91" fmla="*/ 258813 h 555818"/>
              <a:gd name="connsiteX92" fmla="*/ 271108 w 587641"/>
              <a:gd name="connsiteY92" fmla="*/ 258813 h 555818"/>
              <a:gd name="connsiteX93" fmla="*/ 270592 w 587641"/>
              <a:gd name="connsiteY93" fmla="*/ 258813 h 555818"/>
              <a:gd name="connsiteX94" fmla="*/ 270592 w 587641"/>
              <a:gd name="connsiteY94" fmla="*/ 258297 h 555818"/>
              <a:gd name="connsiteX95" fmla="*/ 269559 w 587641"/>
              <a:gd name="connsiteY95" fmla="*/ 258297 h 555818"/>
              <a:gd name="connsiteX96" fmla="*/ 271108 w 587641"/>
              <a:gd name="connsiteY96" fmla="*/ 256750 h 555818"/>
              <a:gd name="connsiteX97" fmla="*/ 267012 w 587641"/>
              <a:gd name="connsiteY97" fmla="*/ 250603 h 555818"/>
              <a:gd name="connsiteX98" fmla="*/ 267509 w 587641"/>
              <a:gd name="connsiteY98" fmla="*/ 251100 h 555818"/>
              <a:gd name="connsiteX99" fmla="*/ 267509 w 587641"/>
              <a:gd name="connsiteY99" fmla="*/ 250603 h 555818"/>
              <a:gd name="connsiteX100" fmla="*/ 267012 w 587641"/>
              <a:gd name="connsiteY100" fmla="*/ 250603 h 555818"/>
              <a:gd name="connsiteX101" fmla="*/ 324297 w 587641"/>
              <a:gd name="connsiteY101" fmla="*/ 249016 h 555818"/>
              <a:gd name="connsiteX102" fmla="*/ 324813 w 587641"/>
              <a:gd name="connsiteY102" fmla="*/ 249016 h 555818"/>
              <a:gd name="connsiteX103" fmla="*/ 325330 w 587641"/>
              <a:gd name="connsiteY103" fmla="*/ 249532 h 555818"/>
              <a:gd name="connsiteX104" fmla="*/ 324297 w 587641"/>
              <a:gd name="connsiteY104" fmla="*/ 249532 h 555818"/>
              <a:gd name="connsiteX105" fmla="*/ 324297 w 587641"/>
              <a:gd name="connsiteY105" fmla="*/ 249016 h 555818"/>
              <a:gd name="connsiteX106" fmla="*/ 311387 w 587641"/>
              <a:gd name="connsiteY106" fmla="*/ 248501 h 555818"/>
              <a:gd name="connsiteX107" fmla="*/ 310871 w 587641"/>
              <a:gd name="connsiteY107" fmla="*/ 249016 h 555818"/>
              <a:gd name="connsiteX108" fmla="*/ 311387 w 587641"/>
              <a:gd name="connsiteY108" fmla="*/ 249016 h 555818"/>
              <a:gd name="connsiteX109" fmla="*/ 311387 w 587641"/>
              <a:gd name="connsiteY109" fmla="*/ 248501 h 555818"/>
              <a:gd name="connsiteX110" fmla="*/ 309322 w 587641"/>
              <a:gd name="connsiteY110" fmla="*/ 247985 h 555818"/>
              <a:gd name="connsiteX111" fmla="*/ 307772 w 587641"/>
              <a:gd name="connsiteY111" fmla="*/ 248501 h 555818"/>
              <a:gd name="connsiteX112" fmla="*/ 306740 w 587641"/>
              <a:gd name="connsiteY112" fmla="*/ 248501 h 555818"/>
              <a:gd name="connsiteX113" fmla="*/ 307256 w 587641"/>
              <a:gd name="connsiteY113" fmla="*/ 249016 h 555818"/>
              <a:gd name="connsiteX114" fmla="*/ 307256 w 587641"/>
              <a:gd name="connsiteY114" fmla="*/ 250563 h 555818"/>
              <a:gd name="connsiteX115" fmla="*/ 309838 w 587641"/>
              <a:gd name="connsiteY115" fmla="*/ 249016 h 555818"/>
              <a:gd name="connsiteX116" fmla="*/ 309322 w 587641"/>
              <a:gd name="connsiteY116" fmla="*/ 247985 h 555818"/>
              <a:gd name="connsiteX117" fmla="*/ 242717 w 587641"/>
              <a:gd name="connsiteY117" fmla="*/ 247468 h 555818"/>
              <a:gd name="connsiteX118" fmla="*/ 241177 w 587641"/>
              <a:gd name="connsiteY118" fmla="*/ 249008 h 555818"/>
              <a:gd name="connsiteX119" fmla="*/ 240659 w 587641"/>
              <a:gd name="connsiteY119" fmla="*/ 249526 h 555818"/>
              <a:gd name="connsiteX120" fmla="*/ 333076 w 587641"/>
              <a:gd name="connsiteY120" fmla="*/ 246954 h 555818"/>
              <a:gd name="connsiteX121" fmla="*/ 333592 w 587641"/>
              <a:gd name="connsiteY121" fmla="*/ 247470 h 555818"/>
              <a:gd name="connsiteX122" fmla="*/ 334108 w 587641"/>
              <a:gd name="connsiteY122" fmla="*/ 246954 h 555818"/>
              <a:gd name="connsiteX123" fmla="*/ 333076 w 587641"/>
              <a:gd name="connsiteY123" fmla="*/ 246954 h 555818"/>
              <a:gd name="connsiteX124" fmla="*/ 343916 w 587641"/>
              <a:gd name="connsiteY124" fmla="*/ 246459 h 555818"/>
              <a:gd name="connsiteX125" fmla="*/ 347513 w 587641"/>
              <a:gd name="connsiteY125" fmla="*/ 249542 h 555818"/>
              <a:gd name="connsiteX126" fmla="*/ 349054 w 587641"/>
              <a:gd name="connsiteY126" fmla="*/ 251597 h 555818"/>
              <a:gd name="connsiteX127" fmla="*/ 343916 w 587641"/>
              <a:gd name="connsiteY127" fmla="*/ 246459 h 555818"/>
              <a:gd name="connsiteX128" fmla="*/ 243725 w 587641"/>
              <a:gd name="connsiteY128" fmla="*/ 246459 h 555818"/>
              <a:gd name="connsiteX129" fmla="*/ 243725 w 587641"/>
              <a:gd name="connsiteY129" fmla="*/ 246956 h 555818"/>
              <a:gd name="connsiteX130" fmla="*/ 243228 w 587641"/>
              <a:gd name="connsiteY130" fmla="*/ 246956 h 555818"/>
              <a:gd name="connsiteX131" fmla="*/ 243725 w 587641"/>
              <a:gd name="connsiteY131" fmla="*/ 246459 h 555818"/>
              <a:gd name="connsiteX132" fmla="*/ 312420 w 587641"/>
              <a:gd name="connsiteY132" fmla="*/ 245407 h 555818"/>
              <a:gd name="connsiteX133" fmla="*/ 310354 w 587641"/>
              <a:gd name="connsiteY133" fmla="*/ 245923 h 555818"/>
              <a:gd name="connsiteX134" fmla="*/ 309838 w 587641"/>
              <a:gd name="connsiteY134" fmla="*/ 245923 h 555818"/>
              <a:gd name="connsiteX135" fmla="*/ 310354 w 587641"/>
              <a:gd name="connsiteY135" fmla="*/ 246439 h 555818"/>
              <a:gd name="connsiteX136" fmla="*/ 310354 w 587641"/>
              <a:gd name="connsiteY136" fmla="*/ 247470 h 555818"/>
              <a:gd name="connsiteX137" fmla="*/ 310871 w 587641"/>
              <a:gd name="connsiteY137" fmla="*/ 247985 h 555818"/>
              <a:gd name="connsiteX138" fmla="*/ 312420 w 587641"/>
              <a:gd name="connsiteY138" fmla="*/ 248501 h 555818"/>
              <a:gd name="connsiteX139" fmla="*/ 312936 w 587641"/>
              <a:gd name="connsiteY139" fmla="*/ 249016 h 555818"/>
              <a:gd name="connsiteX140" fmla="*/ 311387 w 587641"/>
              <a:gd name="connsiteY140" fmla="*/ 249532 h 555818"/>
              <a:gd name="connsiteX141" fmla="*/ 310871 w 587641"/>
              <a:gd name="connsiteY141" fmla="*/ 250563 h 555818"/>
              <a:gd name="connsiteX142" fmla="*/ 312936 w 587641"/>
              <a:gd name="connsiteY142" fmla="*/ 251079 h 555818"/>
              <a:gd name="connsiteX143" fmla="*/ 310354 w 587641"/>
              <a:gd name="connsiteY143" fmla="*/ 252110 h 555818"/>
              <a:gd name="connsiteX144" fmla="*/ 316551 w 587641"/>
              <a:gd name="connsiteY144" fmla="*/ 251594 h 555818"/>
              <a:gd name="connsiteX145" fmla="*/ 316035 w 587641"/>
              <a:gd name="connsiteY145" fmla="*/ 251594 h 555818"/>
              <a:gd name="connsiteX146" fmla="*/ 316035 w 587641"/>
              <a:gd name="connsiteY146" fmla="*/ 250048 h 555818"/>
              <a:gd name="connsiteX147" fmla="*/ 315518 w 587641"/>
              <a:gd name="connsiteY147" fmla="*/ 250048 h 555818"/>
              <a:gd name="connsiteX148" fmla="*/ 312420 w 587641"/>
              <a:gd name="connsiteY148" fmla="*/ 247470 h 555818"/>
              <a:gd name="connsiteX149" fmla="*/ 313453 w 587641"/>
              <a:gd name="connsiteY149" fmla="*/ 246439 h 555818"/>
              <a:gd name="connsiteX150" fmla="*/ 311387 w 587641"/>
              <a:gd name="connsiteY150" fmla="*/ 245923 h 555818"/>
              <a:gd name="connsiteX151" fmla="*/ 312420 w 587641"/>
              <a:gd name="connsiteY151" fmla="*/ 245407 h 555818"/>
              <a:gd name="connsiteX152" fmla="*/ 292797 w 587641"/>
              <a:gd name="connsiteY152" fmla="*/ 244892 h 555818"/>
              <a:gd name="connsiteX153" fmla="*/ 293830 w 587641"/>
              <a:gd name="connsiteY153" fmla="*/ 245407 h 555818"/>
              <a:gd name="connsiteX154" fmla="*/ 292797 w 587641"/>
              <a:gd name="connsiteY154" fmla="*/ 245407 h 555818"/>
              <a:gd name="connsiteX155" fmla="*/ 293313 w 587641"/>
              <a:gd name="connsiteY155" fmla="*/ 245923 h 555818"/>
              <a:gd name="connsiteX156" fmla="*/ 292797 w 587641"/>
              <a:gd name="connsiteY156" fmla="*/ 245923 h 555818"/>
              <a:gd name="connsiteX157" fmla="*/ 298477 w 587641"/>
              <a:gd name="connsiteY157" fmla="*/ 246439 h 555818"/>
              <a:gd name="connsiteX158" fmla="*/ 298477 w 587641"/>
              <a:gd name="connsiteY158" fmla="*/ 245407 h 555818"/>
              <a:gd name="connsiteX159" fmla="*/ 295895 w 587641"/>
              <a:gd name="connsiteY159" fmla="*/ 245407 h 555818"/>
              <a:gd name="connsiteX160" fmla="*/ 294863 w 587641"/>
              <a:gd name="connsiteY160" fmla="*/ 244892 h 555818"/>
              <a:gd name="connsiteX161" fmla="*/ 293830 w 587641"/>
              <a:gd name="connsiteY161" fmla="*/ 244892 h 555818"/>
              <a:gd name="connsiteX162" fmla="*/ 292797 w 587641"/>
              <a:gd name="connsiteY162" fmla="*/ 244892 h 555818"/>
              <a:gd name="connsiteX163" fmla="*/ 246344 w 587641"/>
              <a:gd name="connsiteY163" fmla="*/ 244636 h 555818"/>
              <a:gd name="connsiteX164" fmla="*/ 245316 w 587641"/>
              <a:gd name="connsiteY164" fmla="*/ 245382 h 555818"/>
              <a:gd name="connsiteX165" fmla="*/ 246294 w 587641"/>
              <a:gd name="connsiteY165" fmla="*/ 245382 h 555818"/>
              <a:gd name="connsiteX166" fmla="*/ 244802 w 587641"/>
              <a:gd name="connsiteY166" fmla="*/ 245962 h 555818"/>
              <a:gd name="connsiteX167" fmla="*/ 245299 w 587641"/>
              <a:gd name="connsiteY167" fmla="*/ 245382 h 555818"/>
              <a:gd name="connsiteX168" fmla="*/ 244802 w 587641"/>
              <a:gd name="connsiteY168" fmla="*/ 245382 h 555818"/>
              <a:gd name="connsiteX169" fmla="*/ 247354 w 587641"/>
              <a:gd name="connsiteY169" fmla="*/ 243902 h 555818"/>
              <a:gd name="connsiteX170" fmla="*/ 247354 w 587641"/>
              <a:gd name="connsiteY170" fmla="*/ 243906 h 555818"/>
              <a:gd name="connsiteX171" fmla="*/ 246857 w 587641"/>
              <a:gd name="connsiteY171" fmla="*/ 244387 h 555818"/>
              <a:gd name="connsiteX172" fmla="*/ 246344 w 587641"/>
              <a:gd name="connsiteY172" fmla="*/ 244636 h 555818"/>
              <a:gd name="connsiteX173" fmla="*/ 257166 w 587641"/>
              <a:gd name="connsiteY173" fmla="*/ 243345 h 555818"/>
              <a:gd name="connsiteX174" fmla="*/ 255100 w 587641"/>
              <a:gd name="connsiteY174" fmla="*/ 243861 h 555818"/>
              <a:gd name="connsiteX175" fmla="*/ 253551 w 587641"/>
              <a:gd name="connsiteY175" fmla="*/ 244376 h 555818"/>
              <a:gd name="connsiteX176" fmla="*/ 256649 w 587641"/>
              <a:gd name="connsiteY176" fmla="*/ 243861 h 555818"/>
              <a:gd name="connsiteX177" fmla="*/ 256133 w 587641"/>
              <a:gd name="connsiteY177" fmla="*/ 243861 h 555818"/>
              <a:gd name="connsiteX178" fmla="*/ 257166 w 587641"/>
              <a:gd name="connsiteY178" fmla="*/ 243345 h 555818"/>
              <a:gd name="connsiteX179" fmla="*/ 248387 w 587641"/>
              <a:gd name="connsiteY179" fmla="*/ 242829 h 555818"/>
              <a:gd name="connsiteX180" fmla="*/ 248903 w 587641"/>
              <a:gd name="connsiteY180" fmla="*/ 242829 h 555818"/>
              <a:gd name="connsiteX181" fmla="*/ 249420 w 587641"/>
              <a:gd name="connsiteY181" fmla="*/ 242829 h 555818"/>
              <a:gd name="connsiteX182" fmla="*/ 250453 w 587641"/>
              <a:gd name="connsiteY182" fmla="*/ 242829 h 555818"/>
              <a:gd name="connsiteX183" fmla="*/ 250453 w 587641"/>
              <a:gd name="connsiteY183" fmla="*/ 242829 h 555818"/>
              <a:gd name="connsiteX184" fmla="*/ 248903 w 587641"/>
              <a:gd name="connsiteY184" fmla="*/ 243345 h 555818"/>
              <a:gd name="connsiteX185" fmla="*/ 248387 w 587641"/>
              <a:gd name="connsiteY185" fmla="*/ 243345 h 555818"/>
              <a:gd name="connsiteX186" fmla="*/ 248387 w 587641"/>
              <a:gd name="connsiteY186" fmla="*/ 242829 h 555818"/>
              <a:gd name="connsiteX187" fmla="*/ 250453 w 587641"/>
              <a:gd name="connsiteY187" fmla="*/ 242314 h 555818"/>
              <a:gd name="connsiteX188" fmla="*/ 250969 w 587641"/>
              <a:gd name="connsiteY188" fmla="*/ 242314 h 555818"/>
              <a:gd name="connsiteX189" fmla="*/ 250453 w 587641"/>
              <a:gd name="connsiteY189" fmla="*/ 242829 h 555818"/>
              <a:gd name="connsiteX190" fmla="*/ 250453 w 587641"/>
              <a:gd name="connsiteY190" fmla="*/ 242314 h 555818"/>
              <a:gd name="connsiteX191" fmla="*/ 249420 w 587641"/>
              <a:gd name="connsiteY191" fmla="*/ 242314 h 555818"/>
              <a:gd name="connsiteX192" fmla="*/ 249936 w 587641"/>
              <a:gd name="connsiteY192" fmla="*/ 242314 h 555818"/>
              <a:gd name="connsiteX193" fmla="*/ 248903 w 587641"/>
              <a:gd name="connsiteY193" fmla="*/ 242829 h 555818"/>
              <a:gd name="connsiteX194" fmla="*/ 249420 w 587641"/>
              <a:gd name="connsiteY194" fmla="*/ 242314 h 555818"/>
              <a:gd name="connsiteX195" fmla="*/ 265493 w 587641"/>
              <a:gd name="connsiteY195" fmla="*/ 242121 h 555818"/>
              <a:gd name="connsiteX196" fmla="*/ 262846 w 587641"/>
              <a:gd name="connsiteY196" fmla="*/ 242314 h 555818"/>
              <a:gd name="connsiteX197" fmla="*/ 262330 w 587641"/>
              <a:gd name="connsiteY197" fmla="*/ 242314 h 555818"/>
              <a:gd name="connsiteX198" fmla="*/ 261297 w 587641"/>
              <a:gd name="connsiteY198" fmla="*/ 242314 h 555818"/>
              <a:gd name="connsiteX199" fmla="*/ 262846 w 587641"/>
              <a:gd name="connsiteY199" fmla="*/ 242829 h 555818"/>
              <a:gd name="connsiteX200" fmla="*/ 268526 w 587641"/>
              <a:gd name="connsiteY200" fmla="*/ 242314 h 555818"/>
              <a:gd name="connsiteX201" fmla="*/ 265493 w 587641"/>
              <a:gd name="connsiteY201" fmla="*/ 242121 h 555818"/>
              <a:gd name="connsiteX202" fmla="*/ 255100 w 587641"/>
              <a:gd name="connsiteY202" fmla="*/ 241798 h 555818"/>
              <a:gd name="connsiteX203" fmla="*/ 255617 w 587641"/>
              <a:gd name="connsiteY203" fmla="*/ 242314 h 555818"/>
              <a:gd name="connsiteX204" fmla="*/ 256133 w 587641"/>
              <a:gd name="connsiteY204" fmla="*/ 242314 h 555818"/>
              <a:gd name="connsiteX205" fmla="*/ 256563 w 587641"/>
              <a:gd name="connsiteY205" fmla="*/ 242743 h 555818"/>
              <a:gd name="connsiteX206" fmla="*/ 256456 w 587641"/>
              <a:gd name="connsiteY206" fmla="*/ 242765 h 555818"/>
              <a:gd name="connsiteX207" fmla="*/ 255100 w 587641"/>
              <a:gd name="connsiteY207" fmla="*/ 242314 h 555818"/>
              <a:gd name="connsiteX208" fmla="*/ 255100 w 587641"/>
              <a:gd name="connsiteY208" fmla="*/ 242829 h 555818"/>
              <a:gd name="connsiteX209" fmla="*/ 255617 w 587641"/>
              <a:gd name="connsiteY209" fmla="*/ 242829 h 555818"/>
              <a:gd name="connsiteX210" fmla="*/ 256133 w 587641"/>
              <a:gd name="connsiteY210" fmla="*/ 242829 h 555818"/>
              <a:gd name="connsiteX211" fmla="*/ 256456 w 587641"/>
              <a:gd name="connsiteY211" fmla="*/ 242765 h 555818"/>
              <a:gd name="connsiteX212" fmla="*/ 256649 w 587641"/>
              <a:gd name="connsiteY212" fmla="*/ 242829 h 555818"/>
              <a:gd name="connsiteX213" fmla="*/ 256563 w 587641"/>
              <a:gd name="connsiteY213" fmla="*/ 242743 h 555818"/>
              <a:gd name="connsiteX214" fmla="*/ 258715 w 587641"/>
              <a:gd name="connsiteY214" fmla="*/ 242314 h 555818"/>
              <a:gd name="connsiteX215" fmla="*/ 257682 w 587641"/>
              <a:gd name="connsiteY215" fmla="*/ 242314 h 555818"/>
              <a:gd name="connsiteX216" fmla="*/ 257166 w 587641"/>
              <a:gd name="connsiteY216" fmla="*/ 242314 h 555818"/>
              <a:gd name="connsiteX217" fmla="*/ 256133 w 587641"/>
              <a:gd name="connsiteY217" fmla="*/ 242314 h 555818"/>
              <a:gd name="connsiteX218" fmla="*/ 255100 w 587641"/>
              <a:gd name="connsiteY218" fmla="*/ 241798 h 555818"/>
              <a:gd name="connsiteX219" fmla="*/ 252518 w 587641"/>
              <a:gd name="connsiteY219" fmla="*/ 241798 h 555818"/>
              <a:gd name="connsiteX220" fmla="*/ 253551 w 587641"/>
              <a:gd name="connsiteY220" fmla="*/ 241798 h 555818"/>
              <a:gd name="connsiteX221" fmla="*/ 252002 w 587641"/>
              <a:gd name="connsiteY221" fmla="*/ 242314 h 555818"/>
              <a:gd name="connsiteX222" fmla="*/ 257166 w 587641"/>
              <a:gd name="connsiteY222" fmla="*/ 241283 h 555818"/>
              <a:gd name="connsiteX223" fmla="*/ 256649 w 587641"/>
              <a:gd name="connsiteY223" fmla="*/ 241798 h 555818"/>
              <a:gd name="connsiteX224" fmla="*/ 257166 w 587641"/>
              <a:gd name="connsiteY224" fmla="*/ 241798 h 555818"/>
              <a:gd name="connsiteX225" fmla="*/ 257682 w 587641"/>
              <a:gd name="connsiteY225" fmla="*/ 241798 h 555818"/>
              <a:gd name="connsiteX226" fmla="*/ 259231 w 587641"/>
              <a:gd name="connsiteY226" fmla="*/ 241283 h 555818"/>
              <a:gd name="connsiteX227" fmla="*/ 332645 w 587641"/>
              <a:gd name="connsiteY227" fmla="*/ 239736 h 555818"/>
              <a:gd name="connsiteX228" fmla="*/ 333076 w 587641"/>
              <a:gd name="connsiteY228" fmla="*/ 239736 h 555818"/>
              <a:gd name="connsiteX229" fmla="*/ 336174 w 587641"/>
              <a:gd name="connsiteY229" fmla="*/ 240767 h 555818"/>
              <a:gd name="connsiteX230" fmla="*/ 277305 w 587641"/>
              <a:gd name="connsiteY230" fmla="*/ 239220 h 555818"/>
              <a:gd name="connsiteX231" fmla="*/ 265944 w 587641"/>
              <a:gd name="connsiteY231" fmla="*/ 239736 h 555818"/>
              <a:gd name="connsiteX232" fmla="*/ 266977 w 587641"/>
              <a:gd name="connsiteY232" fmla="*/ 239736 h 555818"/>
              <a:gd name="connsiteX233" fmla="*/ 268010 w 587641"/>
              <a:gd name="connsiteY233" fmla="*/ 240252 h 555818"/>
              <a:gd name="connsiteX234" fmla="*/ 268526 w 587641"/>
              <a:gd name="connsiteY234" fmla="*/ 240252 h 555818"/>
              <a:gd name="connsiteX235" fmla="*/ 266461 w 587641"/>
              <a:gd name="connsiteY235" fmla="*/ 240767 h 555818"/>
              <a:gd name="connsiteX236" fmla="*/ 264395 w 587641"/>
              <a:gd name="connsiteY236" fmla="*/ 240252 h 555818"/>
              <a:gd name="connsiteX237" fmla="*/ 263362 w 587641"/>
              <a:gd name="connsiteY237" fmla="*/ 240252 h 555818"/>
              <a:gd name="connsiteX238" fmla="*/ 262846 w 587641"/>
              <a:gd name="connsiteY238" fmla="*/ 240767 h 555818"/>
              <a:gd name="connsiteX239" fmla="*/ 263362 w 587641"/>
              <a:gd name="connsiteY239" fmla="*/ 240767 h 555818"/>
              <a:gd name="connsiteX240" fmla="*/ 264395 w 587641"/>
              <a:gd name="connsiteY240" fmla="*/ 240767 h 555818"/>
              <a:gd name="connsiteX241" fmla="*/ 262846 w 587641"/>
              <a:gd name="connsiteY241" fmla="*/ 241283 h 555818"/>
              <a:gd name="connsiteX242" fmla="*/ 263362 w 587641"/>
              <a:gd name="connsiteY242" fmla="*/ 241283 h 555818"/>
              <a:gd name="connsiteX243" fmla="*/ 265428 w 587641"/>
              <a:gd name="connsiteY243" fmla="*/ 241283 h 555818"/>
              <a:gd name="connsiteX244" fmla="*/ 267494 w 587641"/>
              <a:gd name="connsiteY244" fmla="*/ 241283 h 555818"/>
              <a:gd name="connsiteX245" fmla="*/ 265944 w 587641"/>
              <a:gd name="connsiteY245" fmla="*/ 241669 h 555818"/>
              <a:gd name="connsiteX246" fmla="*/ 264395 w 587641"/>
              <a:gd name="connsiteY246" fmla="*/ 241798 h 555818"/>
              <a:gd name="connsiteX247" fmla="*/ 265428 w 587641"/>
              <a:gd name="connsiteY247" fmla="*/ 241798 h 555818"/>
              <a:gd name="connsiteX248" fmla="*/ 265944 w 587641"/>
              <a:gd name="connsiteY248" fmla="*/ 241669 h 555818"/>
              <a:gd name="connsiteX249" fmla="*/ 270592 w 587641"/>
              <a:gd name="connsiteY249" fmla="*/ 241283 h 555818"/>
              <a:gd name="connsiteX250" fmla="*/ 270076 w 587641"/>
              <a:gd name="connsiteY250" fmla="*/ 241283 h 555818"/>
              <a:gd name="connsiteX251" fmla="*/ 271108 w 587641"/>
              <a:gd name="connsiteY251" fmla="*/ 240767 h 555818"/>
              <a:gd name="connsiteX252" fmla="*/ 273174 w 587641"/>
              <a:gd name="connsiteY252" fmla="*/ 240252 h 555818"/>
              <a:gd name="connsiteX253" fmla="*/ 272658 w 587641"/>
              <a:gd name="connsiteY253" fmla="*/ 240252 h 555818"/>
              <a:gd name="connsiteX254" fmla="*/ 277821 w 587641"/>
              <a:gd name="connsiteY254" fmla="*/ 239736 h 555818"/>
              <a:gd name="connsiteX255" fmla="*/ 276789 w 587641"/>
              <a:gd name="connsiteY255" fmla="*/ 239736 h 555818"/>
              <a:gd name="connsiteX256" fmla="*/ 278854 w 587641"/>
              <a:gd name="connsiteY256" fmla="*/ 239220 h 555818"/>
              <a:gd name="connsiteX257" fmla="*/ 277305 w 587641"/>
              <a:gd name="connsiteY257" fmla="*/ 239220 h 555818"/>
              <a:gd name="connsiteX258" fmla="*/ 321715 w 587641"/>
              <a:gd name="connsiteY258" fmla="*/ 238705 h 555818"/>
              <a:gd name="connsiteX259" fmla="*/ 320682 w 587641"/>
              <a:gd name="connsiteY259" fmla="*/ 239220 h 555818"/>
              <a:gd name="connsiteX260" fmla="*/ 319649 w 587641"/>
              <a:gd name="connsiteY260" fmla="*/ 239736 h 555818"/>
              <a:gd name="connsiteX261" fmla="*/ 320186 w 587641"/>
              <a:gd name="connsiteY261" fmla="*/ 239736 h 555818"/>
              <a:gd name="connsiteX262" fmla="*/ 321199 w 587641"/>
              <a:gd name="connsiteY262" fmla="*/ 239736 h 555818"/>
              <a:gd name="connsiteX263" fmla="*/ 323264 w 587641"/>
              <a:gd name="connsiteY263" fmla="*/ 239736 h 555818"/>
              <a:gd name="connsiteX264" fmla="*/ 323781 w 587641"/>
              <a:gd name="connsiteY264" fmla="*/ 239736 h 555818"/>
              <a:gd name="connsiteX265" fmla="*/ 324813 w 587641"/>
              <a:gd name="connsiteY265" fmla="*/ 240252 h 555818"/>
              <a:gd name="connsiteX266" fmla="*/ 325846 w 587641"/>
              <a:gd name="connsiteY266" fmla="*/ 240252 h 555818"/>
              <a:gd name="connsiteX267" fmla="*/ 323781 w 587641"/>
              <a:gd name="connsiteY267" fmla="*/ 239736 h 555818"/>
              <a:gd name="connsiteX268" fmla="*/ 324297 w 587641"/>
              <a:gd name="connsiteY268" fmla="*/ 239736 h 555818"/>
              <a:gd name="connsiteX269" fmla="*/ 323781 w 587641"/>
              <a:gd name="connsiteY269" fmla="*/ 239220 h 555818"/>
              <a:gd name="connsiteX270" fmla="*/ 327395 w 587641"/>
              <a:gd name="connsiteY270" fmla="*/ 239220 h 555818"/>
              <a:gd name="connsiteX271" fmla="*/ 322748 w 587641"/>
              <a:gd name="connsiteY271" fmla="*/ 238705 h 555818"/>
              <a:gd name="connsiteX272" fmla="*/ 323781 w 587641"/>
              <a:gd name="connsiteY272" fmla="*/ 239220 h 555818"/>
              <a:gd name="connsiteX273" fmla="*/ 322748 w 587641"/>
              <a:gd name="connsiteY273" fmla="*/ 239220 h 555818"/>
              <a:gd name="connsiteX274" fmla="*/ 321715 w 587641"/>
              <a:gd name="connsiteY274" fmla="*/ 239220 h 555818"/>
              <a:gd name="connsiteX275" fmla="*/ 321715 w 587641"/>
              <a:gd name="connsiteY275" fmla="*/ 238705 h 555818"/>
              <a:gd name="connsiteX276" fmla="*/ 318100 w 587641"/>
              <a:gd name="connsiteY276" fmla="*/ 238705 h 555818"/>
              <a:gd name="connsiteX277" fmla="*/ 318617 w 587641"/>
              <a:gd name="connsiteY277" fmla="*/ 239220 h 555818"/>
              <a:gd name="connsiteX278" fmla="*/ 319133 w 587641"/>
              <a:gd name="connsiteY278" fmla="*/ 239220 h 555818"/>
              <a:gd name="connsiteX279" fmla="*/ 320186 w 587641"/>
              <a:gd name="connsiteY279" fmla="*/ 239220 h 555818"/>
              <a:gd name="connsiteX280" fmla="*/ 319649 w 587641"/>
              <a:gd name="connsiteY280" fmla="*/ 238705 h 555818"/>
              <a:gd name="connsiteX281" fmla="*/ 318100 w 587641"/>
              <a:gd name="connsiteY281" fmla="*/ 238705 h 555818"/>
              <a:gd name="connsiteX282" fmla="*/ 293830 w 587641"/>
              <a:gd name="connsiteY282" fmla="*/ 238705 h 555818"/>
              <a:gd name="connsiteX283" fmla="*/ 281436 w 587641"/>
              <a:gd name="connsiteY283" fmla="*/ 239220 h 555818"/>
              <a:gd name="connsiteX284" fmla="*/ 280920 w 587641"/>
              <a:gd name="connsiteY284" fmla="*/ 239736 h 555818"/>
              <a:gd name="connsiteX285" fmla="*/ 279887 w 587641"/>
              <a:gd name="connsiteY285" fmla="*/ 239736 h 555818"/>
              <a:gd name="connsiteX286" fmla="*/ 279371 w 587641"/>
              <a:gd name="connsiteY286" fmla="*/ 239736 h 555818"/>
              <a:gd name="connsiteX287" fmla="*/ 278854 w 587641"/>
              <a:gd name="connsiteY287" fmla="*/ 239736 h 555818"/>
              <a:gd name="connsiteX288" fmla="*/ 273690 w 587641"/>
              <a:gd name="connsiteY288" fmla="*/ 240767 h 555818"/>
              <a:gd name="connsiteX289" fmla="*/ 274207 w 587641"/>
              <a:gd name="connsiteY289" fmla="*/ 241283 h 555818"/>
              <a:gd name="connsiteX290" fmla="*/ 271625 w 587641"/>
              <a:gd name="connsiteY290" fmla="*/ 241798 h 555818"/>
              <a:gd name="connsiteX291" fmla="*/ 273690 w 587641"/>
              <a:gd name="connsiteY291" fmla="*/ 241798 h 555818"/>
              <a:gd name="connsiteX292" fmla="*/ 272141 w 587641"/>
              <a:gd name="connsiteY292" fmla="*/ 242314 h 555818"/>
              <a:gd name="connsiteX293" fmla="*/ 272658 w 587641"/>
              <a:gd name="connsiteY293" fmla="*/ 242314 h 555818"/>
              <a:gd name="connsiteX294" fmla="*/ 272658 w 587641"/>
              <a:gd name="connsiteY294" fmla="*/ 242829 h 555818"/>
              <a:gd name="connsiteX295" fmla="*/ 273174 w 587641"/>
              <a:gd name="connsiteY295" fmla="*/ 242829 h 555818"/>
              <a:gd name="connsiteX296" fmla="*/ 276272 w 587641"/>
              <a:gd name="connsiteY296" fmla="*/ 243861 h 555818"/>
              <a:gd name="connsiteX297" fmla="*/ 276272 w 587641"/>
              <a:gd name="connsiteY297" fmla="*/ 244376 h 555818"/>
              <a:gd name="connsiteX298" fmla="*/ 277305 w 587641"/>
              <a:gd name="connsiteY298" fmla="*/ 244892 h 555818"/>
              <a:gd name="connsiteX299" fmla="*/ 276272 w 587641"/>
              <a:gd name="connsiteY299" fmla="*/ 244892 h 555818"/>
              <a:gd name="connsiteX300" fmla="*/ 277821 w 587641"/>
              <a:gd name="connsiteY300" fmla="*/ 245407 h 555818"/>
              <a:gd name="connsiteX301" fmla="*/ 276272 w 587641"/>
              <a:gd name="connsiteY301" fmla="*/ 246439 h 555818"/>
              <a:gd name="connsiteX302" fmla="*/ 276789 w 587641"/>
              <a:gd name="connsiteY302" fmla="*/ 247470 h 555818"/>
              <a:gd name="connsiteX303" fmla="*/ 279371 w 587641"/>
              <a:gd name="connsiteY303" fmla="*/ 249532 h 555818"/>
              <a:gd name="connsiteX304" fmla="*/ 282469 w 587641"/>
              <a:gd name="connsiteY304" fmla="*/ 246954 h 555818"/>
              <a:gd name="connsiteX305" fmla="*/ 285567 w 587641"/>
              <a:gd name="connsiteY305" fmla="*/ 245923 h 555818"/>
              <a:gd name="connsiteX306" fmla="*/ 291248 w 587641"/>
              <a:gd name="connsiteY306" fmla="*/ 245407 h 555818"/>
              <a:gd name="connsiteX307" fmla="*/ 289182 w 587641"/>
              <a:gd name="connsiteY307" fmla="*/ 244892 h 555818"/>
              <a:gd name="connsiteX308" fmla="*/ 289182 w 587641"/>
              <a:gd name="connsiteY308" fmla="*/ 244376 h 555818"/>
              <a:gd name="connsiteX309" fmla="*/ 291764 w 587641"/>
              <a:gd name="connsiteY309" fmla="*/ 244892 h 555818"/>
              <a:gd name="connsiteX310" fmla="*/ 290215 w 587641"/>
              <a:gd name="connsiteY310" fmla="*/ 243861 h 555818"/>
              <a:gd name="connsiteX311" fmla="*/ 291764 w 587641"/>
              <a:gd name="connsiteY311" fmla="*/ 243861 h 555818"/>
              <a:gd name="connsiteX312" fmla="*/ 290731 w 587641"/>
              <a:gd name="connsiteY312" fmla="*/ 243345 h 555818"/>
              <a:gd name="connsiteX313" fmla="*/ 292797 w 587641"/>
              <a:gd name="connsiteY313" fmla="*/ 243345 h 555818"/>
              <a:gd name="connsiteX314" fmla="*/ 292797 w 587641"/>
              <a:gd name="connsiteY314" fmla="*/ 242829 h 555818"/>
              <a:gd name="connsiteX315" fmla="*/ 293830 w 587641"/>
              <a:gd name="connsiteY315" fmla="*/ 242829 h 555818"/>
              <a:gd name="connsiteX316" fmla="*/ 292797 w 587641"/>
              <a:gd name="connsiteY316" fmla="*/ 242314 h 555818"/>
              <a:gd name="connsiteX317" fmla="*/ 293830 w 587641"/>
              <a:gd name="connsiteY317" fmla="*/ 242314 h 555818"/>
              <a:gd name="connsiteX318" fmla="*/ 292797 w 587641"/>
              <a:gd name="connsiteY318" fmla="*/ 241798 h 555818"/>
              <a:gd name="connsiteX319" fmla="*/ 294863 w 587641"/>
              <a:gd name="connsiteY319" fmla="*/ 241283 h 555818"/>
              <a:gd name="connsiteX320" fmla="*/ 294346 w 587641"/>
              <a:gd name="connsiteY320" fmla="*/ 241283 h 555818"/>
              <a:gd name="connsiteX321" fmla="*/ 292797 w 587641"/>
              <a:gd name="connsiteY321" fmla="*/ 240767 h 555818"/>
              <a:gd name="connsiteX322" fmla="*/ 296928 w 587641"/>
              <a:gd name="connsiteY322" fmla="*/ 239736 h 555818"/>
              <a:gd name="connsiteX323" fmla="*/ 299510 w 587641"/>
              <a:gd name="connsiteY323" fmla="*/ 239220 h 555818"/>
              <a:gd name="connsiteX324" fmla="*/ 291764 w 587641"/>
              <a:gd name="connsiteY324" fmla="*/ 239736 h 555818"/>
              <a:gd name="connsiteX325" fmla="*/ 293313 w 587641"/>
              <a:gd name="connsiteY325" fmla="*/ 239220 h 555818"/>
              <a:gd name="connsiteX326" fmla="*/ 292797 w 587641"/>
              <a:gd name="connsiteY326" fmla="*/ 239220 h 555818"/>
              <a:gd name="connsiteX327" fmla="*/ 293830 w 587641"/>
              <a:gd name="connsiteY327" fmla="*/ 238705 h 555818"/>
              <a:gd name="connsiteX328" fmla="*/ 293830 w 587641"/>
              <a:gd name="connsiteY328" fmla="*/ 228393 h 555818"/>
              <a:gd name="connsiteX329" fmla="*/ 332645 w 587641"/>
              <a:gd name="connsiteY329" fmla="*/ 239736 h 555818"/>
              <a:gd name="connsiteX330" fmla="*/ 331526 w 587641"/>
              <a:gd name="connsiteY330" fmla="*/ 239736 h 555818"/>
              <a:gd name="connsiteX331" fmla="*/ 328945 w 587641"/>
              <a:gd name="connsiteY331" fmla="*/ 239736 h 555818"/>
              <a:gd name="connsiteX332" fmla="*/ 328428 w 587641"/>
              <a:gd name="connsiteY332" fmla="*/ 239736 h 555818"/>
              <a:gd name="connsiteX333" fmla="*/ 327912 w 587641"/>
              <a:gd name="connsiteY333" fmla="*/ 239736 h 555818"/>
              <a:gd name="connsiteX334" fmla="*/ 327912 w 587641"/>
              <a:gd name="connsiteY334" fmla="*/ 240252 h 555818"/>
              <a:gd name="connsiteX335" fmla="*/ 327395 w 587641"/>
              <a:gd name="connsiteY335" fmla="*/ 240252 h 555818"/>
              <a:gd name="connsiteX336" fmla="*/ 322231 w 587641"/>
              <a:gd name="connsiteY336" fmla="*/ 242314 h 555818"/>
              <a:gd name="connsiteX337" fmla="*/ 322748 w 587641"/>
              <a:gd name="connsiteY337" fmla="*/ 242829 h 555818"/>
              <a:gd name="connsiteX338" fmla="*/ 320186 w 587641"/>
              <a:gd name="connsiteY338" fmla="*/ 244892 h 555818"/>
              <a:gd name="connsiteX339" fmla="*/ 319649 w 587641"/>
              <a:gd name="connsiteY339" fmla="*/ 245407 h 555818"/>
              <a:gd name="connsiteX340" fmla="*/ 320186 w 587641"/>
              <a:gd name="connsiteY340" fmla="*/ 245407 h 555818"/>
              <a:gd name="connsiteX341" fmla="*/ 319649 w 587641"/>
              <a:gd name="connsiteY341" fmla="*/ 245923 h 555818"/>
              <a:gd name="connsiteX342" fmla="*/ 323264 w 587641"/>
              <a:gd name="connsiteY342" fmla="*/ 245923 h 555818"/>
              <a:gd name="connsiteX343" fmla="*/ 324813 w 587641"/>
              <a:gd name="connsiteY343" fmla="*/ 246954 h 555818"/>
              <a:gd name="connsiteX344" fmla="*/ 326879 w 587641"/>
              <a:gd name="connsiteY344" fmla="*/ 249016 h 555818"/>
              <a:gd name="connsiteX345" fmla="*/ 329461 w 587641"/>
              <a:gd name="connsiteY345" fmla="*/ 247470 h 555818"/>
              <a:gd name="connsiteX346" fmla="*/ 330494 w 587641"/>
              <a:gd name="connsiteY346" fmla="*/ 245923 h 555818"/>
              <a:gd name="connsiteX347" fmla="*/ 328945 w 587641"/>
              <a:gd name="connsiteY347" fmla="*/ 244376 h 555818"/>
              <a:gd name="connsiteX348" fmla="*/ 332043 w 587641"/>
              <a:gd name="connsiteY348" fmla="*/ 242829 h 555818"/>
              <a:gd name="connsiteX349" fmla="*/ 335141 w 587641"/>
              <a:gd name="connsiteY349" fmla="*/ 242829 h 555818"/>
              <a:gd name="connsiteX350" fmla="*/ 332043 w 587641"/>
              <a:gd name="connsiteY350" fmla="*/ 243861 h 555818"/>
              <a:gd name="connsiteX351" fmla="*/ 332559 w 587641"/>
              <a:gd name="connsiteY351" fmla="*/ 244892 h 555818"/>
              <a:gd name="connsiteX352" fmla="*/ 339272 w 587641"/>
              <a:gd name="connsiteY352" fmla="*/ 246439 h 555818"/>
              <a:gd name="connsiteX353" fmla="*/ 334625 w 587641"/>
              <a:gd name="connsiteY353" fmla="*/ 246439 h 555818"/>
              <a:gd name="connsiteX354" fmla="*/ 335658 w 587641"/>
              <a:gd name="connsiteY354" fmla="*/ 247985 h 555818"/>
              <a:gd name="connsiteX355" fmla="*/ 332559 w 587641"/>
              <a:gd name="connsiteY355" fmla="*/ 250048 h 555818"/>
              <a:gd name="connsiteX356" fmla="*/ 331526 w 587641"/>
              <a:gd name="connsiteY356" fmla="*/ 250048 h 555818"/>
              <a:gd name="connsiteX357" fmla="*/ 326879 w 587641"/>
              <a:gd name="connsiteY357" fmla="*/ 249532 h 555818"/>
              <a:gd name="connsiteX358" fmla="*/ 325330 w 587641"/>
              <a:gd name="connsiteY358" fmla="*/ 249532 h 555818"/>
              <a:gd name="connsiteX359" fmla="*/ 325330 w 587641"/>
              <a:gd name="connsiteY359" fmla="*/ 249016 h 555818"/>
              <a:gd name="connsiteX360" fmla="*/ 326363 w 587641"/>
              <a:gd name="connsiteY360" fmla="*/ 248501 h 555818"/>
              <a:gd name="connsiteX361" fmla="*/ 324813 w 587641"/>
              <a:gd name="connsiteY361" fmla="*/ 249016 h 555818"/>
              <a:gd name="connsiteX362" fmla="*/ 324297 w 587641"/>
              <a:gd name="connsiteY362" fmla="*/ 248501 h 555818"/>
              <a:gd name="connsiteX363" fmla="*/ 324297 w 587641"/>
              <a:gd name="connsiteY363" fmla="*/ 247985 h 555818"/>
              <a:gd name="connsiteX364" fmla="*/ 323781 w 587641"/>
              <a:gd name="connsiteY364" fmla="*/ 246954 h 555818"/>
              <a:gd name="connsiteX365" fmla="*/ 323264 w 587641"/>
              <a:gd name="connsiteY365" fmla="*/ 249532 h 555818"/>
              <a:gd name="connsiteX366" fmla="*/ 321199 w 587641"/>
              <a:gd name="connsiteY366" fmla="*/ 250048 h 555818"/>
              <a:gd name="connsiteX367" fmla="*/ 318100 w 587641"/>
              <a:gd name="connsiteY367" fmla="*/ 251594 h 555818"/>
              <a:gd name="connsiteX368" fmla="*/ 313969 w 587641"/>
              <a:gd name="connsiteY368" fmla="*/ 252626 h 555818"/>
              <a:gd name="connsiteX369" fmla="*/ 313969 w 587641"/>
              <a:gd name="connsiteY369" fmla="*/ 253657 h 555818"/>
              <a:gd name="connsiteX370" fmla="*/ 311387 w 587641"/>
              <a:gd name="connsiteY370" fmla="*/ 253657 h 555818"/>
              <a:gd name="connsiteX371" fmla="*/ 315002 w 587641"/>
              <a:gd name="connsiteY371" fmla="*/ 256750 h 555818"/>
              <a:gd name="connsiteX372" fmla="*/ 312420 w 587641"/>
              <a:gd name="connsiteY372" fmla="*/ 258297 h 555818"/>
              <a:gd name="connsiteX373" fmla="*/ 308289 w 587641"/>
              <a:gd name="connsiteY373" fmla="*/ 257781 h 555818"/>
              <a:gd name="connsiteX374" fmla="*/ 307256 w 587641"/>
              <a:gd name="connsiteY374" fmla="*/ 259844 h 555818"/>
              <a:gd name="connsiteX375" fmla="*/ 307772 w 587641"/>
              <a:gd name="connsiteY375" fmla="*/ 264484 h 555818"/>
              <a:gd name="connsiteX376" fmla="*/ 310354 w 587641"/>
              <a:gd name="connsiteY376" fmla="*/ 265515 h 555818"/>
              <a:gd name="connsiteX377" fmla="*/ 313969 w 587641"/>
              <a:gd name="connsiteY377" fmla="*/ 265515 h 555818"/>
              <a:gd name="connsiteX378" fmla="*/ 316035 w 587641"/>
              <a:gd name="connsiteY378" fmla="*/ 263453 h 555818"/>
              <a:gd name="connsiteX379" fmla="*/ 319133 w 587641"/>
              <a:gd name="connsiteY379" fmla="*/ 260359 h 555818"/>
              <a:gd name="connsiteX380" fmla="*/ 322748 w 587641"/>
              <a:gd name="connsiteY380" fmla="*/ 259328 h 555818"/>
              <a:gd name="connsiteX381" fmla="*/ 324813 w 587641"/>
              <a:gd name="connsiteY381" fmla="*/ 259844 h 555818"/>
              <a:gd name="connsiteX382" fmla="*/ 324297 w 587641"/>
              <a:gd name="connsiteY382" fmla="*/ 260359 h 555818"/>
              <a:gd name="connsiteX383" fmla="*/ 324813 w 587641"/>
              <a:gd name="connsiteY383" fmla="*/ 261390 h 555818"/>
              <a:gd name="connsiteX384" fmla="*/ 324813 w 587641"/>
              <a:gd name="connsiteY384" fmla="*/ 260359 h 555818"/>
              <a:gd name="connsiteX385" fmla="*/ 324813 w 587641"/>
              <a:gd name="connsiteY385" fmla="*/ 259844 h 555818"/>
              <a:gd name="connsiteX386" fmla="*/ 326879 w 587641"/>
              <a:gd name="connsiteY386" fmla="*/ 260359 h 555818"/>
              <a:gd name="connsiteX387" fmla="*/ 331526 w 587641"/>
              <a:gd name="connsiteY387" fmla="*/ 265515 h 555818"/>
              <a:gd name="connsiteX388" fmla="*/ 332559 w 587641"/>
              <a:gd name="connsiteY388" fmla="*/ 264484 h 555818"/>
              <a:gd name="connsiteX389" fmla="*/ 334108 w 587641"/>
              <a:gd name="connsiteY389" fmla="*/ 263968 h 555818"/>
              <a:gd name="connsiteX390" fmla="*/ 331526 w 587641"/>
              <a:gd name="connsiteY390" fmla="*/ 261390 h 555818"/>
              <a:gd name="connsiteX391" fmla="*/ 327395 w 587641"/>
              <a:gd name="connsiteY391" fmla="*/ 257781 h 555818"/>
              <a:gd name="connsiteX392" fmla="*/ 332043 w 587641"/>
              <a:gd name="connsiteY392" fmla="*/ 260359 h 555818"/>
              <a:gd name="connsiteX393" fmla="*/ 334625 w 587641"/>
              <a:gd name="connsiteY393" fmla="*/ 262937 h 555818"/>
              <a:gd name="connsiteX394" fmla="*/ 337723 w 587641"/>
              <a:gd name="connsiteY394" fmla="*/ 266031 h 555818"/>
              <a:gd name="connsiteX395" fmla="*/ 339272 w 587641"/>
              <a:gd name="connsiteY395" fmla="*/ 267577 h 555818"/>
              <a:gd name="connsiteX396" fmla="*/ 338756 w 587641"/>
              <a:gd name="connsiteY396" fmla="*/ 266031 h 555818"/>
              <a:gd name="connsiteX397" fmla="*/ 340305 w 587641"/>
              <a:gd name="connsiteY397" fmla="*/ 266546 h 555818"/>
              <a:gd name="connsiteX398" fmla="*/ 337723 w 587641"/>
              <a:gd name="connsiteY398" fmla="*/ 263968 h 555818"/>
              <a:gd name="connsiteX399" fmla="*/ 339272 w 587641"/>
              <a:gd name="connsiteY399" fmla="*/ 264484 h 555818"/>
              <a:gd name="connsiteX400" fmla="*/ 338756 w 587641"/>
              <a:gd name="connsiteY400" fmla="*/ 263968 h 555818"/>
              <a:gd name="connsiteX401" fmla="*/ 340822 w 587641"/>
              <a:gd name="connsiteY401" fmla="*/ 263968 h 555818"/>
              <a:gd name="connsiteX402" fmla="*/ 342887 w 587641"/>
              <a:gd name="connsiteY402" fmla="*/ 263968 h 555818"/>
              <a:gd name="connsiteX403" fmla="*/ 343404 w 587641"/>
              <a:gd name="connsiteY403" fmla="*/ 263968 h 555818"/>
              <a:gd name="connsiteX404" fmla="*/ 340305 w 587641"/>
              <a:gd name="connsiteY404" fmla="*/ 265000 h 555818"/>
              <a:gd name="connsiteX405" fmla="*/ 340305 w 587641"/>
              <a:gd name="connsiteY405" fmla="*/ 266031 h 555818"/>
              <a:gd name="connsiteX406" fmla="*/ 342887 w 587641"/>
              <a:gd name="connsiteY406" fmla="*/ 268093 h 555818"/>
              <a:gd name="connsiteX407" fmla="*/ 350633 w 587641"/>
              <a:gd name="connsiteY407" fmla="*/ 268609 h 555818"/>
              <a:gd name="connsiteX408" fmla="*/ 350633 w 587641"/>
              <a:gd name="connsiteY408" fmla="*/ 270155 h 555818"/>
              <a:gd name="connsiteX409" fmla="*/ 350633 w 587641"/>
              <a:gd name="connsiteY409" fmla="*/ 272733 h 555818"/>
              <a:gd name="connsiteX410" fmla="*/ 350633 w 587641"/>
              <a:gd name="connsiteY410" fmla="*/ 274280 h 555818"/>
              <a:gd name="connsiteX411" fmla="*/ 351666 w 587641"/>
              <a:gd name="connsiteY411" fmla="*/ 277374 h 555818"/>
              <a:gd name="connsiteX412" fmla="*/ 357863 w 587641"/>
              <a:gd name="connsiteY412" fmla="*/ 286138 h 555818"/>
              <a:gd name="connsiteX413" fmla="*/ 360961 w 587641"/>
              <a:gd name="connsiteY413" fmla="*/ 290779 h 555818"/>
              <a:gd name="connsiteX414" fmla="*/ 364059 w 587641"/>
              <a:gd name="connsiteY414" fmla="*/ 296450 h 555818"/>
              <a:gd name="connsiteX415" fmla="*/ 371805 w 587641"/>
              <a:gd name="connsiteY415" fmla="*/ 296450 h 555818"/>
              <a:gd name="connsiteX416" fmla="*/ 372838 w 587641"/>
              <a:gd name="connsiteY416" fmla="*/ 307793 h 555818"/>
              <a:gd name="connsiteX417" fmla="*/ 364059 w 587641"/>
              <a:gd name="connsiteY417" fmla="*/ 343884 h 555818"/>
              <a:gd name="connsiteX418" fmla="*/ 363027 w 587641"/>
              <a:gd name="connsiteY418" fmla="*/ 345430 h 555818"/>
              <a:gd name="connsiteX419" fmla="*/ 347631 w 587641"/>
              <a:gd name="connsiteY419" fmla="*/ 361640 h 555818"/>
              <a:gd name="connsiteX420" fmla="*/ 349084 w 587641"/>
              <a:gd name="connsiteY420" fmla="*/ 357289 h 555818"/>
              <a:gd name="connsiteX421" fmla="*/ 351666 w 587641"/>
              <a:gd name="connsiteY421" fmla="*/ 353164 h 555818"/>
              <a:gd name="connsiteX422" fmla="*/ 351666 w 587641"/>
              <a:gd name="connsiteY422" fmla="*/ 348524 h 555818"/>
              <a:gd name="connsiteX423" fmla="*/ 355281 w 587641"/>
              <a:gd name="connsiteY423" fmla="*/ 344915 h 555818"/>
              <a:gd name="connsiteX424" fmla="*/ 357863 w 587641"/>
              <a:gd name="connsiteY424" fmla="*/ 335634 h 555818"/>
              <a:gd name="connsiteX425" fmla="*/ 356830 w 587641"/>
              <a:gd name="connsiteY425" fmla="*/ 331510 h 555818"/>
              <a:gd name="connsiteX426" fmla="*/ 356313 w 587641"/>
              <a:gd name="connsiteY426" fmla="*/ 327385 h 555818"/>
              <a:gd name="connsiteX427" fmla="*/ 357863 w 587641"/>
              <a:gd name="connsiteY427" fmla="*/ 324292 h 555818"/>
              <a:gd name="connsiteX428" fmla="*/ 365092 w 587641"/>
              <a:gd name="connsiteY428" fmla="*/ 314496 h 555818"/>
              <a:gd name="connsiteX429" fmla="*/ 369740 w 587641"/>
              <a:gd name="connsiteY429" fmla="*/ 300575 h 555818"/>
              <a:gd name="connsiteX430" fmla="*/ 365609 w 587641"/>
              <a:gd name="connsiteY430" fmla="*/ 302122 h 555818"/>
              <a:gd name="connsiteX431" fmla="*/ 360961 w 587641"/>
              <a:gd name="connsiteY431" fmla="*/ 300059 h 555818"/>
              <a:gd name="connsiteX432" fmla="*/ 355797 w 587641"/>
              <a:gd name="connsiteY432" fmla="*/ 293872 h 555818"/>
              <a:gd name="connsiteX433" fmla="*/ 354248 w 587641"/>
              <a:gd name="connsiteY433" fmla="*/ 290263 h 555818"/>
              <a:gd name="connsiteX434" fmla="*/ 352182 w 587641"/>
              <a:gd name="connsiteY434" fmla="*/ 285623 h 555818"/>
              <a:gd name="connsiteX435" fmla="*/ 350633 w 587641"/>
              <a:gd name="connsiteY435" fmla="*/ 281498 h 555818"/>
              <a:gd name="connsiteX436" fmla="*/ 347535 w 587641"/>
              <a:gd name="connsiteY436" fmla="*/ 274280 h 555818"/>
              <a:gd name="connsiteX437" fmla="*/ 349600 w 587641"/>
              <a:gd name="connsiteY437" fmla="*/ 277374 h 555818"/>
              <a:gd name="connsiteX438" fmla="*/ 349600 w 587641"/>
              <a:gd name="connsiteY438" fmla="*/ 272218 h 555818"/>
              <a:gd name="connsiteX439" fmla="*/ 345469 w 587641"/>
              <a:gd name="connsiteY439" fmla="*/ 272218 h 555818"/>
              <a:gd name="connsiteX440" fmla="*/ 340305 w 587641"/>
              <a:gd name="connsiteY440" fmla="*/ 272218 h 555818"/>
              <a:gd name="connsiteX441" fmla="*/ 333592 w 587641"/>
              <a:gd name="connsiteY441" fmla="*/ 272218 h 555818"/>
              <a:gd name="connsiteX442" fmla="*/ 327395 w 587641"/>
              <a:gd name="connsiteY442" fmla="*/ 270671 h 555818"/>
              <a:gd name="connsiteX443" fmla="*/ 323264 w 587641"/>
              <a:gd name="connsiteY443" fmla="*/ 268609 h 555818"/>
              <a:gd name="connsiteX444" fmla="*/ 324297 w 587641"/>
              <a:gd name="connsiteY444" fmla="*/ 265000 h 555818"/>
              <a:gd name="connsiteX445" fmla="*/ 322748 w 587641"/>
              <a:gd name="connsiteY445" fmla="*/ 265000 h 555818"/>
              <a:gd name="connsiteX446" fmla="*/ 320682 w 587641"/>
              <a:gd name="connsiteY446" fmla="*/ 265000 h 555818"/>
              <a:gd name="connsiteX447" fmla="*/ 316551 w 587641"/>
              <a:gd name="connsiteY447" fmla="*/ 265000 h 555818"/>
              <a:gd name="connsiteX448" fmla="*/ 310871 w 587641"/>
              <a:gd name="connsiteY448" fmla="*/ 267577 h 555818"/>
              <a:gd name="connsiteX449" fmla="*/ 305190 w 587641"/>
              <a:gd name="connsiteY449" fmla="*/ 268609 h 555818"/>
              <a:gd name="connsiteX450" fmla="*/ 301576 w 587641"/>
              <a:gd name="connsiteY450" fmla="*/ 272733 h 555818"/>
              <a:gd name="connsiteX451" fmla="*/ 301059 w 587641"/>
              <a:gd name="connsiteY451" fmla="*/ 276342 h 555818"/>
              <a:gd name="connsiteX452" fmla="*/ 298477 w 587641"/>
              <a:gd name="connsiteY452" fmla="*/ 278920 h 555818"/>
              <a:gd name="connsiteX453" fmla="*/ 294863 w 587641"/>
              <a:gd name="connsiteY453" fmla="*/ 283561 h 555818"/>
              <a:gd name="connsiteX454" fmla="*/ 292797 w 587641"/>
              <a:gd name="connsiteY454" fmla="*/ 287170 h 555818"/>
              <a:gd name="connsiteX455" fmla="*/ 293313 w 587641"/>
              <a:gd name="connsiteY455" fmla="*/ 293872 h 555818"/>
              <a:gd name="connsiteX456" fmla="*/ 292281 w 587641"/>
              <a:gd name="connsiteY456" fmla="*/ 297481 h 555818"/>
              <a:gd name="connsiteX457" fmla="*/ 292281 w 587641"/>
              <a:gd name="connsiteY457" fmla="*/ 301606 h 555818"/>
              <a:gd name="connsiteX458" fmla="*/ 294863 w 587641"/>
              <a:gd name="connsiteY458" fmla="*/ 304699 h 555818"/>
              <a:gd name="connsiteX459" fmla="*/ 298477 w 587641"/>
              <a:gd name="connsiteY459" fmla="*/ 310886 h 555818"/>
              <a:gd name="connsiteX460" fmla="*/ 303125 w 587641"/>
              <a:gd name="connsiteY460" fmla="*/ 313464 h 555818"/>
              <a:gd name="connsiteX461" fmla="*/ 306223 w 587641"/>
              <a:gd name="connsiteY461" fmla="*/ 312433 h 555818"/>
              <a:gd name="connsiteX462" fmla="*/ 308289 w 587641"/>
              <a:gd name="connsiteY462" fmla="*/ 312949 h 555818"/>
              <a:gd name="connsiteX463" fmla="*/ 315002 w 587641"/>
              <a:gd name="connsiteY463" fmla="*/ 310371 h 555818"/>
              <a:gd name="connsiteX464" fmla="*/ 318100 w 587641"/>
              <a:gd name="connsiteY464" fmla="*/ 312949 h 555818"/>
              <a:gd name="connsiteX465" fmla="*/ 321199 w 587641"/>
              <a:gd name="connsiteY465" fmla="*/ 320187 h 555818"/>
              <a:gd name="connsiteX466" fmla="*/ 323781 w 587641"/>
              <a:gd name="connsiteY466" fmla="*/ 325838 h 555818"/>
              <a:gd name="connsiteX467" fmla="*/ 325846 w 587641"/>
              <a:gd name="connsiteY467" fmla="*/ 332025 h 555818"/>
              <a:gd name="connsiteX468" fmla="*/ 326879 w 587641"/>
              <a:gd name="connsiteY468" fmla="*/ 338212 h 555818"/>
              <a:gd name="connsiteX469" fmla="*/ 324297 w 587641"/>
              <a:gd name="connsiteY469" fmla="*/ 343368 h 555818"/>
              <a:gd name="connsiteX470" fmla="*/ 325846 w 587641"/>
              <a:gd name="connsiteY470" fmla="*/ 351102 h 555818"/>
              <a:gd name="connsiteX471" fmla="*/ 327395 w 587641"/>
              <a:gd name="connsiteY471" fmla="*/ 356773 h 555818"/>
              <a:gd name="connsiteX472" fmla="*/ 332043 w 587641"/>
              <a:gd name="connsiteY472" fmla="*/ 370694 h 555818"/>
              <a:gd name="connsiteX473" fmla="*/ 335658 w 587641"/>
              <a:gd name="connsiteY473" fmla="*/ 370694 h 555818"/>
              <a:gd name="connsiteX474" fmla="*/ 339429 w 587641"/>
              <a:gd name="connsiteY474" fmla="*/ 370276 h 555818"/>
              <a:gd name="connsiteX475" fmla="*/ 334625 w 587641"/>
              <a:gd name="connsiteY475" fmla="*/ 375334 h 555818"/>
              <a:gd name="connsiteX476" fmla="*/ 293830 w 587641"/>
              <a:gd name="connsiteY476" fmla="*/ 386677 h 555818"/>
              <a:gd name="connsiteX477" fmla="*/ 263879 w 587641"/>
              <a:gd name="connsiteY477" fmla="*/ 381006 h 555818"/>
              <a:gd name="connsiteX478" fmla="*/ 262330 w 587641"/>
              <a:gd name="connsiteY478" fmla="*/ 377912 h 555818"/>
              <a:gd name="connsiteX479" fmla="*/ 261813 w 587641"/>
              <a:gd name="connsiteY479" fmla="*/ 374819 h 555818"/>
              <a:gd name="connsiteX480" fmla="*/ 263362 w 587641"/>
              <a:gd name="connsiteY480" fmla="*/ 374303 h 555818"/>
              <a:gd name="connsiteX481" fmla="*/ 261297 w 587641"/>
              <a:gd name="connsiteY481" fmla="*/ 372756 h 555818"/>
              <a:gd name="connsiteX482" fmla="*/ 263362 w 587641"/>
              <a:gd name="connsiteY482" fmla="*/ 371725 h 555818"/>
              <a:gd name="connsiteX483" fmla="*/ 263362 w 587641"/>
              <a:gd name="connsiteY483" fmla="*/ 369663 h 555818"/>
              <a:gd name="connsiteX484" fmla="*/ 266461 w 587641"/>
              <a:gd name="connsiteY484" fmla="*/ 368116 h 555818"/>
              <a:gd name="connsiteX485" fmla="*/ 263879 w 587641"/>
              <a:gd name="connsiteY485" fmla="*/ 363991 h 555818"/>
              <a:gd name="connsiteX486" fmla="*/ 268526 w 587641"/>
              <a:gd name="connsiteY486" fmla="*/ 362445 h 555818"/>
              <a:gd name="connsiteX487" fmla="*/ 270076 w 587641"/>
              <a:gd name="connsiteY487" fmla="*/ 356773 h 555818"/>
              <a:gd name="connsiteX488" fmla="*/ 270592 w 587641"/>
              <a:gd name="connsiteY488" fmla="*/ 354711 h 555818"/>
              <a:gd name="connsiteX489" fmla="*/ 269559 w 587641"/>
              <a:gd name="connsiteY489" fmla="*/ 352133 h 555818"/>
              <a:gd name="connsiteX490" fmla="*/ 271625 w 587641"/>
              <a:gd name="connsiteY490" fmla="*/ 349555 h 555818"/>
              <a:gd name="connsiteX491" fmla="*/ 275756 w 587641"/>
              <a:gd name="connsiteY491" fmla="*/ 343368 h 555818"/>
              <a:gd name="connsiteX492" fmla="*/ 274723 w 587641"/>
              <a:gd name="connsiteY492" fmla="*/ 336666 h 555818"/>
              <a:gd name="connsiteX493" fmla="*/ 275240 w 587641"/>
              <a:gd name="connsiteY493" fmla="*/ 327901 h 555818"/>
              <a:gd name="connsiteX494" fmla="*/ 271108 w 587641"/>
              <a:gd name="connsiteY494" fmla="*/ 326354 h 555818"/>
              <a:gd name="connsiteX495" fmla="*/ 266461 w 587641"/>
              <a:gd name="connsiteY495" fmla="*/ 326354 h 555818"/>
              <a:gd name="connsiteX496" fmla="*/ 264912 w 587641"/>
              <a:gd name="connsiteY496" fmla="*/ 324807 h 555818"/>
              <a:gd name="connsiteX497" fmla="*/ 261813 w 587641"/>
              <a:gd name="connsiteY497" fmla="*/ 326354 h 555818"/>
              <a:gd name="connsiteX498" fmla="*/ 259748 w 587641"/>
              <a:gd name="connsiteY498" fmla="*/ 323260 h 555818"/>
              <a:gd name="connsiteX499" fmla="*/ 256133 w 587641"/>
              <a:gd name="connsiteY499" fmla="*/ 318105 h 555818"/>
              <a:gd name="connsiteX500" fmla="*/ 250453 w 587641"/>
              <a:gd name="connsiteY500" fmla="*/ 316558 h 555818"/>
              <a:gd name="connsiteX501" fmla="*/ 244772 w 587641"/>
              <a:gd name="connsiteY501" fmla="*/ 312949 h 555818"/>
              <a:gd name="connsiteX502" fmla="*/ 241674 w 587641"/>
              <a:gd name="connsiteY502" fmla="*/ 313464 h 555818"/>
              <a:gd name="connsiteX503" fmla="*/ 239092 w 587641"/>
              <a:gd name="connsiteY503" fmla="*/ 312949 h 555818"/>
              <a:gd name="connsiteX504" fmla="*/ 236510 w 587641"/>
              <a:gd name="connsiteY504" fmla="*/ 311402 h 555818"/>
              <a:gd name="connsiteX505" fmla="*/ 237543 w 587641"/>
              <a:gd name="connsiteY505" fmla="*/ 312433 h 555818"/>
              <a:gd name="connsiteX506" fmla="*/ 235994 w 587641"/>
              <a:gd name="connsiteY506" fmla="*/ 315011 h 555818"/>
              <a:gd name="connsiteX507" fmla="*/ 235477 w 587641"/>
              <a:gd name="connsiteY507" fmla="*/ 311918 h 555818"/>
              <a:gd name="connsiteX508" fmla="*/ 235477 w 587641"/>
              <a:gd name="connsiteY508" fmla="*/ 311402 h 555818"/>
              <a:gd name="connsiteX509" fmla="*/ 234444 w 587641"/>
              <a:gd name="connsiteY509" fmla="*/ 311918 h 555818"/>
              <a:gd name="connsiteX510" fmla="*/ 230313 w 587641"/>
              <a:gd name="connsiteY510" fmla="*/ 316558 h 555818"/>
              <a:gd name="connsiteX511" fmla="*/ 230830 w 587641"/>
              <a:gd name="connsiteY511" fmla="*/ 321198 h 555818"/>
              <a:gd name="connsiteX512" fmla="*/ 231346 w 587641"/>
              <a:gd name="connsiteY512" fmla="*/ 322229 h 555818"/>
              <a:gd name="connsiteX513" fmla="*/ 228764 w 587641"/>
              <a:gd name="connsiteY513" fmla="*/ 327385 h 555818"/>
              <a:gd name="connsiteX514" fmla="*/ 229797 w 587641"/>
              <a:gd name="connsiteY514" fmla="*/ 330479 h 555818"/>
              <a:gd name="connsiteX515" fmla="*/ 229280 w 587641"/>
              <a:gd name="connsiteY515" fmla="*/ 333056 h 555818"/>
              <a:gd name="connsiteX516" fmla="*/ 231346 w 587641"/>
              <a:gd name="connsiteY516" fmla="*/ 335634 h 555818"/>
              <a:gd name="connsiteX517" fmla="*/ 235477 w 587641"/>
              <a:gd name="connsiteY517" fmla="*/ 340790 h 555818"/>
              <a:gd name="connsiteX518" fmla="*/ 240641 w 587641"/>
              <a:gd name="connsiteY518" fmla="*/ 345430 h 555818"/>
              <a:gd name="connsiteX519" fmla="*/ 246321 w 587641"/>
              <a:gd name="connsiteY519" fmla="*/ 349555 h 555818"/>
              <a:gd name="connsiteX520" fmla="*/ 248387 w 587641"/>
              <a:gd name="connsiteY520" fmla="*/ 355227 h 555818"/>
              <a:gd name="connsiteX521" fmla="*/ 249420 w 587641"/>
              <a:gd name="connsiteY521" fmla="*/ 362960 h 555818"/>
              <a:gd name="connsiteX522" fmla="*/ 250969 w 587641"/>
              <a:gd name="connsiteY522" fmla="*/ 370694 h 555818"/>
              <a:gd name="connsiteX523" fmla="*/ 252518 w 587641"/>
              <a:gd name="connsiteY523" fmla="*/ 373272 h 555818"/>
              <a:gd name="connsiteX524" fmla="*/ 253035 w 587641"/>
              <a:gd name="connsiteY524" fmla="*/ 375334 h 555818"/>
              <a:gd name="connsiteX525" fmla="*/ 214305 w 587641"/>
              <a:gd name="connsiteY525" fmla="*/ 307793 h 555818"/>
              <a:gd name="connsiteX526" fmla="*/ 215854 w 587641"/>
              <a:gd name="connsiteY526" fmla="*/ 293357 h 555818"/>
              <a:gd name="connsiteX527" fmla="*/ 215880 w 587641"/>
              <a:gd name="connsiteY527" fmla="*/ 293400 h 555818"/>
              <a:gd name="connsiteX528" fmla="*/ 217403 w 587641"/>
              <a:gd name="connsiteY528" fmla="*/ 295935 h 555818"/>
              <a:gd name="connsiteX529" fmla="*/ 218953 w 587641"/>
              <a:gd name="connsiteY529" fmla="*/ 295935 h 555818"/>
              <a:gd name="connsiteX530" fmla="*/ 219469 w 587641"/>
              <a:gd name="connsiteY530" fmla="*/ 299028 h 555818"/>
              <a:gd name="connsiteX531" fmla="*/ 222051 w 587641"/>
              <a:gd name="connsiteY531" fmla="*/ 301606 h 555818"/>
              <a:gd name="connsiteX532" fmla="*/ 222051 w 587641"/>
              <a:gd name="connsiteY532" fmla="*/ 304699 h 555818"/>
              <a:gd name="connsiteX533" fmla="*/ 221535 w 587641"/>
              <a:gd name="connsiteY533" fmla="*/ 308824 h 555818"/>
              <a:gd name="connsiteX534" fmla="*/ 222051 w 587641"/>
              <a:gd name="connsiteY534" fmla="*/ 308309 h 555818"/>
              <a:gd name="connsiteX535" fmla="*/ 224116 w 587641"/>
              <a:gd name="connsiteY535" fmla="*/ 315527 h 555818"/>
              <a:gd name="connsiteX536" fmla="*/ 226698 w 587641"/>
              <a:gd name="connsiteY536" fmla="*/ 312433 h 555818"/>
              <a:gd name="connsiteX537" fmla="*/ 226698 w 587641"/>
              <a:gd name="connsiteY537" fmla="*/ 315011 h 555818"/>
              <a:gd name="connsiteX538" fmla="*/ 228248 w 587641"/>
              <a:gd name="connsiteY538" fmla="*/ 313980 h 555818"/>
              <a:gd name="connsiteX539" fmla="*/ 226182 w 587641"/>
              <a:gd name="connsiteY539" fmla="*/ 310886 h 555818"/>
              <a:gd name="connsiteX540" fmla="*/ 224633 w 587641"/>
              <a:gd name="connsiteY540" fmla="*/ 304184 h 555818"/>
              <a:gd name="connsiteX541" fmla="*/ 224633 w 587641"/>
              <a:gd name="connsiteY541" fmla="*/ 297481 h 555818"/>
              <a:gd name="connsiteX542" fmla="*/ 225666 w 587641"/>
              <a:gd name="connsiteY542" fmla="*/ 293357 h 555818"/>
              <a:gd name="connsiteX543" fmla="*/ 226698 w 587641"/>
              <a:gd name="connsiteY543" fmla="*/ 291810 h 555818"/>
              <a:gd name="connsiteX544" fmla="*/ 228248 w 587641"/>
              <a:gd name="connsiteY544" fmla="*/ 288716 h 555818"/>
              <a:gd name="connsiteX545" fmla="*/ 220502 w 587641"/>
              <a:gd name="connsiteY545" fmla="*/ 292325 h 555818"/>
              <a:gd name="connsiteX546" fmla="*/ 224116 w 587641"/>
              <a:gd name="connsiteY546" fmla="*/ 281498 h 555818"/>
              <a:gd name="connsiteX547" fmla="*/ 228764 w 587641"/>
              <a:gd name="connsiteY547" fmla="*/ 277374 h 555818"/>
              <a:gd name="connsiteX548" fmla="*/ 231862 w 587641"/>
              <a:gd name="connsiteY548" fmla="*/ 278405 h 555818"/>
              <a:gd name="connsiteX549" fmla="*/ 232379 w 587641"/>
              <a:gd name="connsiteY549" fmla="*/ 276858 h 555818"/>
              <a:gd name="connsiteX550" fmla="*/ 233928 w 587641"/>
              <a:gd name="connsiteY550" fmla="*/ 276858 h 555818"/>
              <a:gd name="connsiteX551" fmla="*/ 237026 w 587641"/>
              <a:gd name="connsiteY551" fmla="*/ 277889 h 555818"/>
              <a:gd name="connsiteX552" fmla="*/ 235994 w 587641"/>
              <a:gd name="connsiteY552" fmla="*/ 284076 h 555818"/>
              <a:gd name="connsiteX553" fmla="*/ 238576 w 587641"/>
              <a:gd name="connsiteY553" fmla="*/ 279436 h 555818"/>
              <a:gd name="connsiteX554" fmla="*/ 244772 w 587641"/>
              <a:gd name="connsiteY554" fmla="*/ 273249 h 555818"/>
              <a:gd name="connsiteX555" fmla="*/ 247354 w 587641"/>
              <a:gd name="connsiteY555" fmla="*/ 272218 h 555818"/>
              <a:gd name="connsiteX556" fmla="*/ 247871 w 587641"/>
              <a:gd name="connsiteY556" fmla="*/ 271187 h 555818"/>
              <a:gd name="connsiteX557" fmla="*/ 247354 w 587641"/>
              <a:gd name="connsiteY557" fmla="*/ 270671 h 555818"/>
              <a:gd name="connsiteX558" fmla="*/ 248387 w 587641"/>
              <a:gd name="connsiteY558" fmla="*/ 270155 h 555818"/>
              <a:gd name="connsiteX559" fmla="*/ 247871 w 587641"/>
              <a:gd name="connsiteY559" fmla="*/ 270155 h 555818"/>
              <a:gd name="connsiteX560" fmla="*/ 248903 w 587641"/>
              <a:gd name="connsiteY560" fmla="*/ 268093 h 555818"/>
              <a:gd name="connsiteX561" fmla="*/ 248903 w 587641"/>
              <a:gd name="connsiteY561" fmla="*/ 269640 h 555818"/>
              <a:gd name="connsiteX562" fmla="*/ 250453 w 587641"/>
              <a:gd name="connsiteY562" fmla="*/ 267577 h 555818"/>
              <a:gd name="connsiteX563" fmla="*/ 254067 w 587641"/>
              <a:gd name="connsiteY563" fmla="*/ 266031 h 555818"/>
              <a:gd name="connsiteX564" fmla="*/ 253035 w 587641"/>
              <a:gd name="connsiteY564" fmla="*/ 266031 h 555818"/>
              <a:gd name="connsiteX565" fmla="*/ 256649 w 587641"/>
              <a:gd name="connsiteY565" fmla="*/ 265000 h 555818"/>
              <a:gd name="connsiteX566" fmla="*/ 259231 w 587641"/>
              <a:gd name="connsiteY566" fmla="*/ 262422 h 555818"/>
              <a:gd name="connsiteX567" fmla="*/ 263879 w 587641"/>
              <a:gd name="connsiteY567" fmla="*/ 261390 h 555818"/>
              <a:gd name="connsiteX568" fmla="*/ 263879 w 587641"/>
              <a:gd name="connsiteY568" fmla="*/ 261906 h 555818"/>
              <a:gd name="connsiteX569" fmla="*/ 262330 w 587641"/>
              <a:gd name="connsiteY569" fmla="*/ 263453 h 555818"/>
              <a:gd name="connsiteX570" fmla="*/ 266977 w 587641"/>
              <a:gd name="connsiteY570" fmla="*/ 261906 h 555818"/>
              <a:gd name="connsiteX571" fmla="*/ 265170 w 587641"/>
              <a:gd name="connsiteY571" fmla="*/ 261197 h 555818"/>
              <a:gd name="connsiteX572" fmla="*/ 265061 w 587641"/>
              <a:gd name="connsiteY572" fmla="*/ 260409 h 555818"/>
              <a:gd name="connsiteX573" fmla="*/ 264912 w 587641"/>
              <a:gd name="connsiteY573" fmla="*/ 259328 h 555818"/>
              <a:gd name="connsiteX574" fmla="*/ 263879 w 587641"/>
              <a:gd name="connsiteY574" fmla="*/ 259328 h 555818"/>
              <a:gd name="connsiteX575" fmla="*/ 265944 w 587641"/>
              <a:gd name="connsiteY575" fmla="*/ 258297 h 555818"/>
              <a:gd name="connsiteX576" fmla="*/ 260780 w 587641"/>
              <a:gd name="connsiteY576" fmla="*/ 258813 h 555818"/>
              <a:gd name="connsiteX577" fmla="*/ 272141 w 587641"/>
              <a:gd name="connsiteY577" fmla="*/ 254172 h 555818"/>
              <a:gd name="connsiteX578" fmla="*/ 268526 w 587641"/>
              <a:gd name="connsiteY578" fmla="*/ 254688 h 555818"/>
              <a:gd name="connsiteX579" fmla="*/ 271625 w 587641"/>
              <a:gd name="connsiteY579" fmla="*/ 254172 h 555818"/>
              <a:gd name="connsiteX580" fmla="*/ 269559 w 587641"/>
              <a:gd name="connsiteY580" fmla="*/ 253141 h 555818"/>
              <a:gd name="connsiteX581" fmla="*/ 268010 w 587641"/>
              <a:gd name="connsiteY581" fmla="*/ 252626 h 555818"/>
              <a:gd name="connsiteX582" fmla="*/ 266977 w 587641"/>
              <a:gd name="connsiteY582" fmla="*/ 250563 h 555818"/>
              <a:gd name="connsiteX583" fmla="*/ 266977 w 587641"/>
              <a:gd name="connsiteY583" fmla="*/ 250048 h 555818"/>
              <a:gd name="connsiteX584" fmla="*/ 261813 w 587641"/>
              <a:gd name="connsiteY584" fmla="*/ 250048 h 555818"/>
              <a:gd name="connsiteX585" fmla="*/ 256133 w 587641"/>
              <a:gd name="connsiteY585" fmla="*/ 251079 h 555818"/>
              <a:gd name="connsiteX586" fmla="*/ 255617 w 587641"/>
              <a:gd name="connsiteY586" fmla="*/ 253657 h 555818"/>
              <a:gd name="connsiteX587" fmla="*/ 253551 w 587641"/>
              <a:gd name="connsiteY587" fmla="*/ 256235 h 555818"/>
              <a:gd name="connsiteX588" fmla="*/ 252518 w 587641"/>
              <a:gd name="connsiteY588" fmla="*/ 256235 h 555818"/>
              <a:gd name="connsiteX589" fmla="*/ 252002 w 587641"/>
              <a:gd name="connsiteY589" fmla="*/ 255719 h 555818"/>
              <a:gd name="connsiteX590" fmla="*/ 252518 w 587641"/>
              <a:gd name="connsiteY590" fmla="*/ 254172 h 555818"/>
              <a:gd name="connsiteX591" fmla="*/ 247871 w 587641"/>
              <a:gd name="connsiteY591" fmla="*/ 252626 h 555818"/>
              <a:gd name="connsiteX592" fmla="*/ 247354 w 587641"/>
              <a:gd name="connsiteY592" fmla="*/ 251594 h 555818"/>
              <a:gd name="connsiteX593" fmla="*/ 253035 w 587641"/>
              <a:gd name="connsiteY593" fmla="*/ 249016 h 555818"/>
              <a:gd name="connsiteX594" fmla="*/ 253035 w 587641"/>
              <a:gd name="connsiteY594" fmla="*/ 248501 h 555818"/>
              <a:gd name="connsiteX595" fmla="*/ 257682 w 587641"/>
              <a:gd name="connsiteY595" fmla="*/ 247470 h 555818"/>
              <a:gd name="connsiteX596" fmla="*/ 258199 w 587641"/>
              <a:gd name="connsiteY596" fmla="*/ 247470 h 555818"/>
              <a:gd name="connsiteX597" fmla="*/ 256133 w 587641"/>
              <a:gd name="connsiteY597" fmla="*/ 248501 h 555818"/>
              <a:gd name="connsiteX598" fmla="*/ 257166 w 587641"/>
              <a:gd name="connsiteY598" fmla="*/ 248501 h 555818"/>
              <a:gd name="connsiteX599" fmla="*/ 257166 w 587641"/>
              <a:gd name="connsiteY599" fmla="*/ 249016 h 555818"/>
              <a:gd name="connsiteX600" fmla="*/ 255100 w 587641"/>
              <a:gd name="connsiteY600" fmla="*/ 249532 h 555818"/>
              <a:gd name="connsiteX601" fmla="*/ 255617 w 587641"/>
              <a:gd name="connsiteY601" fmla="*/ 249532 h 555818"/>
              <a:gd name="connsiteX602" fmla="*/ 257166 w 587641"/>
              <a:gd name="connsiteY602" fmla="*/ 249016 h 555818"/>
              <a:gd name="connsiteX603" fmla="*/ 261297 w 587641"/>
              <a:gd name="connsiteY603" fmla="*/ 248501 h 555818"/>
              <a:gd name="connsiteX604" fmla="*/ 260264 w 587641"/>
              <a:gd name="connsiteY604" fmla="*/ 247985 h 555818"/>
              <a:gd name="connsiteX605" fmla="*/ 258715 w 587641"/>
              <a:gd name="connsiteY605" fmla="*/ 247470 h 555818"/>
              <a:gd name="connsiteX606" fmla="*/ 259748 w 587641"/>
              <a:gd name="connsiteY606" fmla="*/ 246954 h 555818"/>
              <a:gd name="connsiteX607" fmla="*/ 263362 w 587641"/>
              <a:gd name="connsiteY607" fmla="*/ 245407 h 555818"/>
              <a:gd name="connsiteX608" fmla="*/ 262330 w 587641"/>
              <a:gd name="connsiteY608" fmla="*/ 244892 h 555818"/>
              <a:gd name="connsiteX609" fmla="*/ 263362 w 587641"/>
              <a:gd name="connsiteY609" fmla="*/ 244892 h 555818"/>
              <a:gd name="connsiteX610" fmla="*/ 265428 w 587641"/>
              <a:gd name="connsiteY610" fmla="*/ 244892 h 555818"/>
              <a:gd name="connsiteX611" fmla="*/ 265428 w 587641"/>
              <a:gd name="connsiteY611" fmla="*/ 245407 h 555818"/>
              <a:gd name="connsiteX612" fmla="*/ 265944 w 587641"/>
              <a:gd name="connsiteY612" fmla="*/ 245407 h 555818"/>
              <a:gd name="connsiteX613" fmla="*/ 266461 w 587641"/>
              <a:gd name="connsiteY613" fmla="*/ 245407 h 555818"/>
              <a:gd name="connsiteX614" fmla="*/ 265428 w 587641"/>
              <a:gd name="connsiteY614" fmla="*/ 245923 h 555818"/>
              <a:gd name="connsiteX615" fmla="*/ 266977 w 587641"/>
              <a:gd name="connsiteY615" fmla="*/ 245923 h 555818"/>
              <a:gd name="connsiteX616" fmla="*/ 265944 w 587641"/>
              <a:gd name="connsiteY616" fmla="*/ 247470 h 555818"/>
              <a:gd name="connsiteX617" fmla="*/ 262330 w 587641"/>
              <a:gd name="connsiteY617" fmla="*/ 248501 h 555818"/>
              <a:gd name="connsiteX618" fmla="*/ 265944 w 587641"/>
              <a:gd name="connsiteY618" fmla="*/ 248501 h 555818"/>
              <a:gd name="connsiteX619" fmla="*/ 269043 w 587641"/>
              <a:gd name="connsiteY619" fmla="*/ 249532 h 555818"/>
              <a:gd name="connsiteX620" fmla="*/ 268010 w 587641"/>
              <a:gd name="connsiteY620" fmla="*/ 247985 h 555818"/>
              <a:gd name="connsiteX621" fmla="*/ 270076 w 587641"/>
              <a:gd name="connsiteY621" fmla="*/ 247470 h 555818"/>
              <a:gd name="connsiteX622" fmla="*/ 269043 w 587641"/>
              <a:gd name="connsiteY622" fmla="*/ 246954 h 555818"/>
              <a:gd name="connsiteX623" fmla="*/ 269559 w 587641"/>
              <a:gd name="connsiteY623" fmla="*/ 246439 h 555818"/>
              <a:gd name="connsiteX624" fmla="*/ 272141 w 587641"/>
              <a:gd name="connsiteY624" fmla="*/ 245923 h 555818"/>
              <a:gd name="connsiteX625" fmla="*/ 269559 w 587641"/>
              <a:gd name="connsiteY625" fmla="*/ 245407 h 555818"/>
              <a:gd name="connsiteX626" fmla="*/ 270076 w 587641"/>
              <a:gd name="connsiteY626" fmla="*/ 244892 h 555818"/>
              <a:gd name="connsiteX627" fmla="*/ 269559 w 587641"/>
              <a:gd name="connsiteY627" fmla="*/ 244892 h 555818"/>
              <a:gd name="connsiteX628" fmla="*/ 269559 w 587641"/>
              <a:gd name="connsiteY628" fmla="*/ 244376 h 555818"/>
              <a:gd name="connsiteX629" fmla="*/ 264395 w 587641"/>
              <a:gd name="connsiteY629" fmla="*/ 243861 h 555818"/>
              <a:gd name="connsiteX630" fmla="*/ 264912 w 587641"/>
              <a:gd name="connsiteY630" fmla="*/ 243345 h 555818"/>
              <a:gd name="connsiteX631" fmla="*/ 261297 w 587641"/>
              <a:gd name="connsiteY631" fmla="*/ 243861 h 555818"/>
              <a:gd name="connsiteX632" fmla="*/ 262846 w 587641"/>
              <a:gd name="connsiteY632" fmla="*/ 243345 h 555818"/>
              <a:gd name="connsiteX633" fmla="*/ 261297 w 587641"/>
              <a:gd name="connsiteY633" fmla="*/ 243345 h 555818"/>
              <a:gd name="connsiteX634" fmla="*/ 258818 w 587641"/>
              <a:gd name="connsiteY634" fmla="*/ 243964 h 555818"/>
              <a:gd name="connsiteX635" fmla="*/ 259748 w 587641"/>
              <a:gd name="connsiteY635" fmla="*/ 243345 h 555818"/>
              <a:gd name="connsiteX636" fmla="*/ 258199 w 587641"/>
              <a:gd name="connsiteY636" fmla="*/ 243861 h 555818"/>
              <a:gd name="connsiteX637" fmla="*/ 257166 w 587641"/>
              <a:gd name="connsiteY637" fmla="*/ 244376 h 555818"/>
              <a:gd name="connsiteX638" fmla="*/ 258818 w 587641"/>
              <a:gd name="connsiteY638" fmla="*/ 243964 h 555818"/>
              <a:gd name="connsiteX639" fmla="*/ 258199 w 587641"/>
              <a:gd name="connsiteY639" fmla="*/ 244376 h 555818"/>
              <a:gd name="connsiteX640" fmla="*/ 261297 w 587641"/>
              <a:gd name="connsiteY640" fmla="*/ 244892 h 555818"/>
              <a:gd name="connsiteX641" fmla="*/ 258715 w 587641"/>
              <a:gd name="connsiteY641" fmla="*/ 246439 h 555818"/>
              <a:gd name="connsiteX642" fmla="*/ 259231 w 587641"/>
              <a:gd name="connsiteY642" fmla="*/ 245923 h 555818"/>
              <a:gd name="connsiteX643" fmla="*/ 257682 w 587641"/>
              <a:gd name="connsiteY643" fmla="*/ 245923 h 555818"/>
              <a:gd name="connsiteX644" fmla="*/ 257682 w 587641"/>
              <a:gd name="connsiteY644" fmla="*/ 245407 h 555818"/>
              <a:gd name="connsiteX645" fmla="*/ 257166 w 587641"/>
              <a:gd name="connsiteY645" fmla="*/ 245407 h 555818"/>
              <a:gd name="connsiteX646" fmla="*/ 257682 w 587641"/>
              <a:gd name="connsiteY646" fmla="*/ 244892 h 555818"/>
              <a:gd name="connsiteX647" fmla="*/ 255100 w 587641"/>
              <a:gd name="connsiteY647" fmla="*/ 245407 h 555818"/>
              <a:gd name="connsiteX648" fmla="*/ 255617 w 587641"/>
              <a:gd name="connsiteY648" fmla="*/ 245407 h 555818"/>
              <a:gd name="connsiteX649" fmla="*/ 255100 w 587641"/>
              <a:gd name="connsiteY649" fmla="*/ 245923 h 555818"/>
              <a:gd name="connsiteX650" fmla="*/ 255617 w 587641"/>
              <a:gd name="connsiteY650" fmla="*/ 245923 h 555818"/>
              <a:gd name="connsiteX651" fmla="*/ 253551 w 587641"/>
              <a:gd name="connsiteY651" fmla="*/ 246439 h 555818"/>
              <a:gd name="connsiteX652" fmla="*/ 248387 w 587641"/>
              <a:gd name="connsiteY652" fmla="*/ 246439 h 555818"/>
              <a:gd name="connsiteX653" fmla="*/ 246321 w 587641"/>
              <a:gd name="connsiteY653" fmla="*/ 246954 h 555818"/>
              <a:gd name="connsiteX654" fmla="*/ 242717 w 587641"/>
              <a:gd name="connsiteY654" fmla="*/ 247468 h 555818"/>
              <a:gd name="connsiteX655" fmla="*/ 242707 w 587641"/>
              <a:gd name="connsiteY655" fmla="*/ 247470 h 555818"/>
              <a:gd name="connsiteX656" fmla="*/ 242724 w 587641"/>
              <a:gd name="connsiteY656" fmla="*/ 247461 h 555818"/>
              <a:gd name="connsiteX657" fmla="*/ 243739 w 587641"/>
              <a:gd name="connsiteY657" fmla="*/ 246954 h 555818"/>
              <a:gd name="connsiteX658" fmla="*/ 244256 w 587641"/>
              <a:gd name="connsiteY658" fmla="*/ 246954 h 555818"/>
              <a:gd name="connsiteX659" fmla="*/ 243739 w 587641"/>
              <a:gd name="connsiteY659" fmla="*/ 246439 h 555818"/>
              <a:gd name="connsiteX660" fmla="*/ 244256 w 587641"/>
              <a:gd name="connsiteY660" fmla="*/ 246439 h 555818"/>
              <a:gd name="connsiteX661" fmla="*/ 244772 w 587641"/>
              <a:gd name="connsiteY661" fmla="*/ 246439 h 555818"/>
              <a:gd name="connsiteX662" fmla="*/ 251485 w 587641"/>
              <a:gd name="connsiteY662" fmla="*/ 245923 h 555818"/>
              <a:gd name="connsiteX663" fmla="*/ 250969 w 587641"/>
              <a:gd name="connsiteY663" fmla="*/ 245407 h 555818"/>
              <a:gd name="connsiteX664" fmla="*/ 252518 w 587641"/>
              <a:gd name="connsiteY664" fmla="*/ 245407 h 555818"/>
              <a:gd name="connsiteX665" fmla="*/ 251485 w 587641"/>
              <a:gd name="connsiteY665" fmla="*/ 244376 h 555818"/>
              <a:gd name="connsiteX666" fmla="*/ 253035 w 587641"/>
              <a:gd name="connsiteY666" fmla="*/ 243861 h 555818"/>
              <a:gd name="connsiteX667" fmla="*/ 251485 w 587641"/>
              <a:gd name="connsiteY667" fmla="*/ 244376 h 555818"/>
              <a:gd name="connsiteX668" fmla="*/ 251485 w 587641"/>
              <a:gd name="connsiteY668" fmla="*/ 244376 h 555818"/>
              <a:gd name="connsiteX669" fmla="*/ 249936 w 587641"/>
              <a:gd name="connsiteY669" fmla="*/ 244892 h 555818"/>
              <a:gd name="connsiteX670" fmla="*/ 247354 w 587641"/>
              <a:gd name="connsiteY670" fmla="*/ 244376 h 555818"/>
              <a:gd name="connsiteX671" fmla="*/ 247354 w 587641"/>
              <a:gd name="connsiteY671" fmla="*/ 243906 h 555818"/>
              <a:gd name="connsiteX672" fmla="*/ 247371 w 587641"/>
              <a:gd name="connsiteY672" fmla="*/ 243890 h 555818"/>
              <a:gd name="connsiteX673" fmla="*/ 247354 w 587641"/>
              <a:gd name="connsiteY673" fmla="*/ 243902 h 555818"/>
              <a:gd name="connsiteX674" fmla="*/ 247354 w 587641"/>
              <a:gd name="connsiteY674" fmla="*/ 243861 h 555818"/>
              <a:gd name="connsiteX675" fmla="*/ 248903 w 587641"/>
              <a:gd name="connsiteY675" fmla="*/ 243345 h 555818"/>
              <a:gd name="connsiteX676" fmla="*/ 248903 w 587641"/>
              <a:gd name="connsiteY676" fmla="*/ 243345 h 555818"/>
              <a:gd name="connsiteX677" fmla="*/ 249420 w 587641"/>
              <a:gd name="connsiteY677" fmla="*/ 243345 h 555818"/>
              <a:gd name="connsiteX678" fmla="*/ 254067 w 587641"/>
              <a:gd name="connsiteY678" fmla="*/ 242829 h 555818"/>
              <a:gd name="connsiteX679" fmla="*/ 253551 w 587641"/>
              <a:gd name="connsiteY679" fmla="*/ 242314 h 555818"/>
              <a:gd name="connsiteX680" fmla="*/ 252002 w 587641"/>
              <a:gd name="connsiteY680" fmla="*/ 242829 h 555818"/>
              <a:gd name="connsiteX681" fmla="*/ 250453 w 587641"/>
              <a:gd name="connsiteY681" fmla="*/ 242829 h 555818"/>
              <a:gd name="connsiteX682" fmla="*/ 252002 w 587641"/>
              <a:gd name="connsiteY682" fmla="*/ 242314 h 555818"/>
              <a:gd name="connsiteX683" fmla="*/ 253035 w 587641"/>
              <a:gd name="connsiteY683" fmla="*/ 242314 h 555818"/>
              <a:gd name="connsiteX684" fmla="*/ 253551 w 587641"/>
              <a:gd name="connsiteY684" fmla="*/ 241798 h 555818"/>
              <a:gd name="connsiteX685" fmla="*/ 253551 w 587641"/>
              <a:gd name="connsiteY685" fmla="*/ 241798 h 555818"/>
              <a:gd name="connsiteX686" fmla="*/ 103792 w 587641"/>
              <a:gd name="connsiteY686" fmla="*/ 173236 h 555818"/>
              <a:gd name="connsiteX687" fmla="*/ 85203 w 587641"/>
              <a:gd name="connsiteY687" fmla="*/ 192314 h 555818"/>
              <a:gd name="connsiteX688" fmla="*/ 85203 w 587641"/>
              <a:gd name="connsiteY688" fmla="*/ 419182 h 555818"/>
              <a:gd name="connsiteX689" fmla="*/ 103792 w 587641"/>
              <a:gd name="connsiteY689" fmla="*/ 438259 h 555818"/>
              <a:gd name="connsiteX690" fmla="*/ 483849 w 587641"/>
              <a:gd name="connsiteY690" fmla="*/ 438259 h 555818"/>
              <a:gd name="connsiteX691" fmla="*/ 502438 w 587641"/>
              <a:gd name="connsiteY691" fmla="*/ 419182 h 555818"/>
              <a:gd name="connsiteX692" fmla="*/ 502438 w 587641"/>
              <a:gd name="connsiteY692" fmla="*/ 192314 h 555818"/>
              <a:gd name="connsiteX693" fmla="*/ 483849 w 587641"/>
              <a:gd name="connsiteY693" fmla="*/ 173236 h 555818"/>
              <a:gd name="connsiteX694" fmla="*/ 76424 w 587641"/>
              <a:gd name="connsiteY694" fmla="*/ 153643 h 555818"/>
              <a:gd name="connsiteX695" fmla="*/ 511733 w 587641"/>
              <a:gd name="connsiteY695" fmla="*/ 153643 h 555818"/>
              <a:gd name="connsiteX696" fmla="*/ 533421 w 587641"/>
              <a:gd name="connsiteY696" fmla="*/ 175299 h 555818"/>
              <a:gd name="connsiteX697" fmla="*/ 533421 w 587641"/>
              <a:gd name="connsiteY697" fmla="*/ 305748 h 555818"/>
              <a:gd name="connsiteX698" fmla="*/ 533421 w 587641"/>
              <a:gd name="connsiteY698" fmla="*/ 436197 h 555818"/>
              <a:gd name="connsiteX699" fmla="*/ 533421 w 587641"/>
              <a:gd name="connsiteY699" fmla="*/ 457852 h 555818"/>
              <a:gd name="connsiteX700" fmla="*/ 587641 w 587641"/>
              <a:gd name="connsiteY700" fmla="*/ 522819 h 555818"/>
              <a:gd name="connsiteX701" fmla="*/ 555109 w 587641"/>
              <a:gd name="connsiteY701" fmla="*/ 555818 h 555818"/>
              <a:gd name="connsiteX702" fmla="*/ 32532 w 587641"/>
              <a:gd name="connsiteY702" fmla="*/ 555818 h 555818"/>
              <a:gd name="connsiteX703" fmla="*/ 0 w 587641"/>
              <a:gd name="connsiteY703" fmla="*/ 522819 h 555818"/>
              <a:gd name="connsiteX704" fmla="*/ 54220 w 587641"/>
              <a:gd name="connsiteY704" fmla="*/ 457852 h 555818"/>
              <a:gd name="connsiteX705" fmla="*/ 54220 w 587641"/>
              <a:gd name="connsiteY705" fmla="*/ 436197 h 555818"/>
              <a:gd name="connsiteX706" fmla="*/ 54220 w 587641"/>
              <a:gd name="connsiteY706" fmla="*/ 305748 h 555818"/>
              <a:gd name="connsiteX707" fmla="*/ 54220 w 587641"/>
              <a:gd name="connsiteY707" fmla="*/ 175299 h 555818"/>
              <a:gd name="connsiteX708" fmla="*/ 76424 w 587641"/>
              <a:gd name="connsiteY708" fmla="*/ 153643 h 555818"/>
              <a:gd name="connsiteX709" fmla="*/ 293820 w 587641"/>
              <a:gd name="connsiteY709" fmla="*/ 95385 h 555818"/>
              <a:gd name="connsiteX710" fmla="*/ 357838 w 587641"/>
              <a:gd name="connsiteY710" fmla="*/ 123728 h 555818"/>
              <a:gd name="connsiteX711" fmla="*/ 339768 w 587641"/>
              <a:gd name="connsiteY711" fmla="*/ 140218 h 555818"/>
              <a:gd name="connsiteX712" fmla="*/ 247872 w 587641"/>
              <a:gd name="connsiteY712" fmla="*/ 140218 h 555818"/>
              <a:gd name="connsiteX713" fmla="*/ 229802 w 587641"/>
              <a:gd name="connsiteY713" fmla="*/ 123728 h 555818"/>
              <a:gd name="connsiteX714" fmla="*/ 293820 w 587641"/>
              <a:gd name="connsiteY714" fmla="*/ 95385 h 555818"/>
              <a:gd name="connsiteX715" fmla="*/ 293820 w 587641"/>
              <a:gd name="connsiteY715" fmla="*/ 46408 h 555818"/>
              <a:gd name="connsiteX716" fmla="*/ 394550 w 587641"/>
              <a:gd name="connsiteY716" fmla="*/ 90740 h 555818"/>
              <a:gd name="connsiteX717" fmla="*/ 375954 w 587641"/>
              <a:gd name="connsiteY717" fmla="*/ 107236 h 555818"/>
              <a:gd name="connsiteX718" fmla="*/ 293820 w 587641"/>
              <a:gd name="connsiteY718" fmla="*/ 71151 h 555818"/>
              <a:gd name="connsiteX719" fmla="*/ 211686 w 587641"/>
              <a:gd name="connsiteY719" fmla="*/ 107236 h 555818"/>
              <a:gd name="connsiteX720" fmla="*/ 193090 w 587641"/>
              <a:gd name="connsiteY720" fmla="*/ 90740 h 555818"/>
              <a:gd name="connsiteX721" fmla="*/ 293820 w 587641"/>
              <a:gd name="connsiteY721" fmla="*/ 46408 h 555818"/>
              <a:gd name="connsiteX722" fmla="*/ 293821 w 587641"/>
              <a:gd name="connsiteY722" fmla="*/ 0 h 555818"/>
              <a:gd name="connsiteX723" fmla="*/ 428611 w 587641"/>
              <a:gd name="connsiteY723" fmla="*/ 59821 h 555818"/>
              <a:gd name="connsiteX724" fmla="*/ 410536 w 587641"/>
              <a:gd name="connsiteY724" fmla="*/ 76324 h 555818"/>
              <a:gd name="connsiteX725" fmla="*/ 293821 w 587641"/>
              <a:gd name="connsiteY725" fmla="*/ 24754 h 555818"/>
              <a:gd name="connsiteX726" fmla="*/ 177105 w 587641"/>
              <a:gd name="connsiteY726" fmla="*/ 76324 h 555818"/>
              <a:gd name="connsiteX727" fmla="*/ 159030 w 587641"/>
              <a:gd name="connsiteY727" fmla="*/ 59821 h 555818"/>
              <a:gd name="connsiteX728" fmla="*/ 293821 w 587641"/>
              <a:gd name="connsiteY728" fmla="*/ 0 h 555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</a:cxnLst>
            <a:rect l="l" t="t" r="r" b="b"/>
            <a:pathLst>
              <a:path w="587641" h="555818">
                <a:moveTo>
                  <a:pt x="250445" y="534163"/>
                </a:moveTo>
                <a:cubicBezTo>
                  <a:pt x="247346" y="534163"/>
                  <a:pt x="244764" y="536225"/>
                  <a:pt x="244764" y="539319"/>
                </a:cubicBezTo>
                <a:cubicBezTo>
                  <a:pt x="244764" y="542412"/>
                  <a:pt x="247346" y="544990"/>
                  <a:pt x="250445" y="544990"/>
                </a:cubicBezTo>
                <a:lnTo>
                  <a:pt x="337196" y="544990"/>
                </a:lnTo>
                <a:cubicBezTo>
                  <a:pt x="340295" y="544990"/>
                  <a:pt x="342877" y="542412"/>
                  <a:pt x="342877" y="539319"/>
                </a:cubicBezTo>
                <a:cubicBezTo>
                  <a:pt x="342877" y="536225"/>
                  <a:pt x="340295" y="534163"/>
                  <a:pt x="337196" y="534163"/>
                </a:cubicBezTo>
                <a:close/>
                <a:moveTo>
                  <a:pt x="220494" y="503226"/>
                </a:moveTo>
                <a:lnTo>
                  <a:pt x="203970" y="523335"/>
                </a:lnTo>
                <a:lnTo>
                  <a:pt x="383671" y="523335"/>
                </a:lnTo>
                <a:lnTo>
                  <a:pt x="367147" y="503226"/>
                </a:lnTo>
                <a:close/>
                <a:moveTo>
                  <a:pt x="254084" y="375904"/>
                </a:moveTo>
                <a:cubicBezTo>
                  <a:pt x="254084" y="375904"/>
                  <a:pt x="254084" y="375904"/>
                  <a:pt x="254581" y="375904"/>
                </a:cubicBezTo>
                <a:cubicBezTo>
                  <a:pt x="254581" y="375904"/>
                  <a:pt x="254581" y="376401"/>
                  <a:pt x="255078" y="376898"/>
                </a:cubicBezTo>
                <a:cubicBezTo>
                  <a:pt x="254581" y="376401"/>
                  <a:pt x="254084" y="376401"/>
                  <a:pt x="254084" y="375904"/>
                </a:cubicBezTo>
                <a:close/>
                <a:moveTo>
                  <a:pt x="347631" y="361640"/>
                </a:moveTo>
                <a:lnTo>
                  <a:pt x="347535" y="361929"/>
                </a:lnTo>
                <a:cubicBezTo>
                  <a:pt x="345986" y="363991"/>
                  <a:pt x="344953" y="366054"/>
                  <a:pt x="343920" y="367601"/>
                </a:cubicBezTo>
                <a:cubicBezTo>
                  <a:pt x="342887" y="368632"/>
                  <a:pt x="340305" y="369663"/>
                  <a:pt x="340305" y="370178"/>
                </a:cubicBezTo>
                <a:lnTo>
                  <a:pt x="339429" y="370276"/>
                </a:lnTo>
                <a:close/>
                <a:moveTo>
                  <a:pt x="240641" y="294388"/>
                </a:moveTo>
                <a:cubicBezTo>
                  <a:pt x="239608" y="293357"/>
                  <a:pt x="239608" y="296450"/>
                  <a:pt x="239608" y="296966"/>
                </a:cubicBezTo>
                <a:cubicBezTo>
                  <a:pt x="239608" y="296966"/>
                  <a:pt x="235994" y="296966"/>
                  <a:pt x="237543" y="298512"/>
                </a:cubicBezTo>
                <a:cubicBezTo>
                  <a:pt x="238576" y="296450"/>
                  <a:pt x="240125" y="299544"/>
                  <a:pt x="240125" y="299544"/>
                </a:cubicBezTo>
                <a:cubicBezTo>
                  <a:pt x="240641" y="299544"/>
                  <a:pt x="241674" y="297481"/>
                  <a:pt x="241674" y="298512"/>
                </a:cubicBezTo>
                <a:cubicBezTo>
                  <a:pt x="241674" y="298512"/>
                  <a:pt x="244256" y="298512"/>
                  <a:pt x="244256" y="298512"/>
                </a:cubicBezTo>
                <a:cubicBezTo>
                  <a:pt x="244256" y="298512"/>
                  <a:pt x="243739" y="297481"/>
                  <a:pt x="243739" y="296966"/>
                </a:cubicBezTo>
                <a:cubicBezTo>
                  <a:pt x="243223" y="295935"/>
                  <a:pt x="243739" y="294903"/>
                  <a:pt x="242190" y="294903"/>
                </a:cubicBezTo>
                <a:cubicBezTo>
                  <a:pt x="241674" y="294388"/>
                  <a:pt x="241158" y="294903"/>
                  <a:pt x="240641" y="294388"/>
                </a:cubicBezTo>
                <a:close/>
                <a:moveTo>
                  <a:pt x="371264" y="292370"/>
                </a:moveTo>
                <a:cubicBezTo>
                  <a:pt x="371803" y="293385"/>
                  <a:pt x="371803" y="294908"/>
                  <a:pt x="372341" y="296431"/>
                </a:cubicBezTo>
                <a:cubicBezTo>
                  <a:pt x="372341" y="296431"/>
                  <a:pt x="371803" y="296431"/>
                  <a:pt x="371803" y="296431"/>
                </a:cubicBezTo>
                <a:cubicBezTo>
                  <a:pt x="371803" y="294908"/>
                  <a:pt x="371803" y="293385"/>
                  <a:pt x="371264" y="292370"/>
                </a:cubicBezTo>
                <a:close/>
                <a:moveTo>
                  <a:pt x="231862" y="289748"/>
                </a:moveTo>
                <a:cubicBezTo>
                  <a:pt x="231346" y="291294"/>
                  <a:pt x="231346" y="290263"/>
                  <a:pt x="231346" y="290779"/>
                </a:cubicBezTo>
                <a:cubicBezTo>
                  <a:pt x="231346" y="290263"/>
                  <a:pt x="231346" y="290263"/>
                  <a:pt x="231862" y="290263"/>
                </a:cubicBezTo>
                <a:cubicBezTo>
                  <a:pt x="231862" y="289748"/>
                  <a:pt x="231862" y="289232"/>
                  <a:pt x="231862" y="289748"/>
                </a:cubicBezTo>
                <a:close/>
                <a:moveTo>
                  <a:pt x="235994" y="288716"/>
                </a:moveTo>
                <a:lnTo>
                  <a:pt x="232915" y="289275"/>
                </a:lnTo>
                <a:lnTo>
                  <a:pt x="232895" y="289232"/>
                </a:lnTo>
                <a:cubicBezTo>
                  <a:pt x="232379" y="287170"/>
                  <a:pt x="231862" y="289748"/>
                  <a:pt x="230313" y="289748"/>
                </a:cubicBezTo>
                <a:lnTo>
                  <a:pt x="232915" y="289275"/>
                </a:lnTo>
                <a:lnTo>
                  <a:pt x="234961" y="293872"/>
                </a:lnTo>
                <a:cubicBezTo>
                  <a:pt x="236510" y="294388"/>
                  <a:pt x="237543" y="295419"/>
                  <a:pt x="238576" y="294388"/>
                </a:cubicBezTo>
                <a:cubicBezTo>
                  <a:pt x="238059" y="293357"/>
                  <a:pt x="239092" y="292841"/>
                  <a:pt x="238059" y="292325"/>
                </a:cubicBezTo>
                <a:cubicBezTo>
                  <a:pt x="238059" y="291810"/>
                  <a:pt x="236510" y="289748"/>
                  <a:pt x="235994" y="288716"/>
                </a:cubicBezTo>
                <a:close/>
                <a:moveTo>
                  <a:pt x="239092" y="282529"/>
                </a:moveTo>
                <a:cubicBezTo>
                  <a:pt x="239092" y="282529"/>
                  <a:pt x="239608" y="283045"/>
                  <a:pt x="240125" y="283045"/>
                </a:cubicBezTo>
                <a:cubicBezTo>
                  <a:pt x="240125" y="282529"/>
                  <a:pt x="240125" y="282529"/>
                  <a:pt x="239608" y="282529"/>
                </a:cubicBezTo>
                <a:cubicBezTo>
                  <a:pt x="239608" y="282529"/>
                  <a:pt x="239092" y="282529"/>
                  <a:pt x="239092" y="282529"/>
                </a:cubicBezTo>
                <a:close/>
                <a:moveTo>
                  <a:pt x="368695" y="282508"/>
                </a:moveTo>
                <a:cubicBezTo>
                  <a:pt x="369220" y="283552"/>
                  <a:pt x="368695" y="284597"/>
                  <a:pt x="369745" y="285119"/>
                </a:cubicBezTo>
                <a:cubicBezTo>
                  <a:pt x="369745" y="285641"/>
                  <a:pt x="369745" y="286685"/>
                  <a:pt x="370270" y="287729"/>
                </a:cubicBezTo>
                <a:cubicBezTo>
                  <a:pt x="369745" y="286163"/>
                  <a:pt x="369220" y="284597"/>
                  <a:pt x="368695" y="283030"/>
                </a:cubicBezTo>
                <a:cubicBezTo>
                  <a:pt x="368695" y="283030"/>
                  <a:pt x="368695" y="282508"/>
                  <a:pt x="368695" y="282508"/>
                </a:cubicBezTo>
                <a:close/>
                <a:moveTo>
                  <a:pt x="367148" y="278939"/>
                </a:moveTo>
                <a:cubicBezTo>
                  <a:pt x="367664" y="280488"/>
                  <a:pt x="368179" y="281521"/>
                  <a:pt x="368695" y="283070"/>
                </a:cubicBezTo>
                <a:cubicBezTo>
                  <a:pt x="368695" y="283070"/>
                  <a:pt x="368695" y="283586"/>
                  <a:pt x="368179" y="283586"/>
                </a:cubicBezTo>
                <a:cubicBezTo>
                  <a:pt x="367664" y="282037"/>
                  <a:pt x="366117" y="281004"/>
                  <a:pt x="365085" y="279455"/>
                </a:cubicBezTo>
                <a:cubicBezTo>
                  <a:pt x="364054" y="276873"/>
                  <a:pt x="366117" y="277906"/>
                  <a:pt x="367148" y="278939"/>
                </a:cubicBezTo>
                <a:close/>
                <a:moveTo>
                  <a:pt x="366623" y="276873"/>
                </a:moveTo>
                <a:cubicBezTo>
                  <a:pt x="367162" y="277901"/>
                  <a:pt x="367700" y="278928"/>
                  <a:pt x="367700" y="279442"/>
                </a:cubicBezTo>
                <a:cubicBezTo>
                  <a:pt x="367700" y="279442"/>
                  <a:pt x="367700" y="279442"/>
                  <a:pt x="367162" y="278928"/>
                </a:cubicBezTo>
                <a:cubicBezTo>
                  <a:pt x="367162" y="278415"/>
                  <a:pt x="366623" y="277901"/>
                  <a:pt x="366623" y="276873"/>
                </a:cubicBezTo>
                <a:close/>
                <a:moveTo>
                  <a:pt x="328428" y="265515"/>
                </a:moveTo>
                <a:cubicBezTo>
                  <a:pt x="328428" y="266031"/>
                  <a:pt x="330494" y="267062"/>
                  <a:pt x="331010" y="267062"/>
                </a:cubicBezTo>
                <a:cubicBezTo>
                  <a:pt x="331010" y="267062"/>
                  <a:pt x="331010" y="266031"/>
                  <a:pt x="331010" y="265515"/>
                </a:cubicBezTo>
                <a:cubicBezTo>
                  <a:pt x="330494" y="265515"/>
                  <a:pt x="328945" y="265000"/>
                  <a:pt x="328428" y="265515"/>
                </a:cubicBezTo>
                <a:close/>
                <a:moveTo>
                  <a:pt x="359910" y="264525"/>
                </a:moveTo>
                <a:cubicBezTo>
                  <a:pt x="360428" y="265543"/>
                  <a:pt x="361464" y="266052"/>
                  <a:pt x="361982" y="267070"/>
                </a:cubicBezTo>
                <a:cubicBezTo>
                  <a:pt x="361464" y="267070"/>
                  <a:pt x="361464" y="267070"/>
                  <a:pt x="361464" y="267070"/>
                </a:cubicBezTo>
                <a:cubicBezTo>
                  <a:pt x="361464" y="267579"/>
                  <a:pt x="361982" y="267579"/>
                  <a:pt x="361982" y="268088"/>
                </a:cubicBezTo>
                <a:cubicBezTo>
                  <a:pt x="361464" y="267070"/>
                  <a:pt x="360428" y="266052"/>
                  <a:pt x="359910" y="264525"/>
                </a:cubicBezTo>
                <a:close/>
                <a:moveTo>
                  <a:pt x="323781" y="261906"/>
                </a:moveTo>
                <a:cubicBezTo>
                  <a:pt x="324297" y="262422"/>
                  <a:pt x="324297" y="262422"/>
                  <a:pt x="324297" y="262937"/>
                </a:cubicBezTo>
                <a:cubicBezTo>
                  <a:pt x="324813" y="265515"/>
                  <a:pt x="326879" y="261906"/>
                  <a:pt x="323781" y="261906"/>
                </a:cubicBezTo>
                <a:close/>
                <a:moveTo>
                  <a:pt x="271108" y="256750"/>
                </a:moveTo>
                <a:cubicBezTo>
                  <a:pt x="269559" y="256750"/>
                  <a:pt x="268526" y="258813"/>
                  <a:pt x="266977" y="259328"/>
                </a:cubicBezTo>
                <a:cubicBezTo>
                  <a:pt x="266977" y="259328"/>
                  <a:pt x="266977" y="259328"/>
                  <a:pt x="267494" y="259328"/>
                </a:cubicBezTo>
                <a:cubicBezTo>
                  <a:pt x="266977" y="259844"/>
                  <a:pt x="266461" y="259844"/>
                  <a:pt x="266461" y="260359"/>
                </a:cubicBezTo>
                <a:lnTo>
                  <a:pt x="268526" y="260359"/>
                </a:lnTo>
                <a:cubicBezTo>
                  <a:pt x="268010" y="260875"/>
                  <a:pt x="267494" y="260875"/>
                  <a:pt x="266977" y="261390"/>
                </a:cubicBezTo>
                <a:cubicBezTo>
                  <a:pt x="266977" y="261906"/>
                  <a:pt x="268526" y="261906"/>
                  <a:pt x="268526" y="261390"/>
                </a:cubicBezTo>
                <a:cubicBezTo>
                  <a:pt x="267494" y="261390"/>
                  <a:pt x="268526" y="260875"/>
                  <a:pt x="268526" y="260875"/>
                </a:cubicBezTo>
                <a:cubicBezTo>
                  <a:pt x="268526" y="260875"/>
                  <a:pt x="268526" y="260359"/>
                  <a:pt x="268526" y="260359"/>
                </a:cubicBezTo>
                <a:lnTo>
                  <a:pt x="270592" y="260359"/>
                </a:lnTo>
                <a:cubicBezTo>
                  <a:pt x="270076" y="260359"/>
                  <a:pt x="270076" y="260875"/>
                  <a:pt x="270076" y="260875"/>
                </a:cubicBezTo>
                <a:cubicBezTo>
                  <a:pt x="269559" y="260875"/>
                  <a:pt x="271625" y="260359"/>
                  <a:pt x="271625" y="260359"/>
                </a:cubicBezTo>
                <a:lnTo>
                  <a:pt x="272141" y="260359"/>
                </a:lnTo>
                <a:cubicBezTo>
                  <a:pt x="272141" y="259844"/>
                  <a:pt x="272141" y="259844"/>
                  <a:pt x="272658" y="259328"/>
                </a:cubicBezTo>
                <a:cubicBezTo>
                  <a:pt x="272658" y="259328"/>
                  <a:pt x="272141" y="259328"/>
                  <a:pt x="272141" y="259328"/>
                </a:cubicBezTo>
                <a:cubicBezTo>
                  <a:pt x="272141" y="259328"/>
                  <a:pt x="272658" y="258813"/>
                  <a:pt x="272658" y="258813"/>
                </a:cubicBezTo>
                <a:cubicBezTo>
                  <a:pt x="272141" y="258813"/>
                  <a:pt x="271625" y="258813"/>
                  <a:pt x="271625" y="258813"/>
                </a:cubicBezTo>
                <a:cubicBezTo>
                  <a:pt x="271625" y="258813"/>
                  <a:pt x="271108" y="258813"/>
                  <a:pt x="271108" y="258813"/>
                </a:cubicBezTo>
                <a:lnTo>
                  <a:pt x="270592" y="258813"/>
                </a:lnTo>
                <a:cubicBezTo>
                  <a:pt x="270592" y="258297"/>
                  <a:pt x="270592" y="258297"/>
                  <a:pt x="270592" y="258297"/>
                </a:cubicBezTo>
                <a:cubicBezTo>
                  <a:pt x="270592" y="258297"/>
                  <a:pt x="270076" y="258297"/>
                  <a:pt x="269559" y="258297"/>
                </a:cubicBezTo>
                <a:cubicBezTo>
                  <a:pt x="269559" y="258297"/>
                  <a:pt x="271625" y="256750"/>
                  <a:pt x="271108" y="256750"/>
                </a:cubicBezTo>
                <a:close/>
                <a:moveTo>
                  <a:pt x="267012" y="250603"/>
                </a:moveTo>
                <a:cubicBezTo>
                  <a:pt x="267012" y="251100"/>
                  <a:pt x="267509" y="251100"/>
                  <a:pt x="267509" y="251100"/>
                </a:cubicBezTo>
                <a:cubicBezTo>
                  <a:pt x="267509" y="251100"/>
                  <a:pt x="267509" y="250603"/>
                  <a:pt x="267509" y="250603"/>
                </a:cubicBezTo>
                <a:cubicBezTo>
                  <a:pt x="267509" y="250603"/>
                  <a:pt x="267012" y="250603"/>
                  <a:pt x="267012" y="250603"/>
                </a:cubicBezTo>
                <a:close/>
                <a:moveTo>
                  <a:pt x="324297" y="249016"/>
                </a:moveTo>
                <a:cubicBezTo>
                  <a:pt x="324297" y="249016"/>
                  <a:pt x="324813" y="249016"/>
                  <a:pt x="324813" y="249016"/>
                </a:cubicBezTo>
                <a:cubicBezTo>
                  <a:pt x="324813" y="249016"/>
                  <a:pt x="324813" y="249016"/>
                  <a:pt x="325330" y="249532"/>
                </a:cubicBezTo>
                <a:lnTo>
                  <a:pt x="324297" y="249532"/>
                </a:lnTo>
                <a:cubicBezTo>
                  <a:pt x="323781" y="249532"/>
                  <a:pt x="323781" y="249532"/>
                  <a:pt x="324297" y="249016"/>
                </a:cubicBezTo>
                <a:close/>
                <a:moveTo>
                  <a:pt x="311387" y="248501"/>
                </a:moveTo>
                <a:cubicBezTo>
                  <a:pt x="310871" y="248501"/>
                  <a:pt x="310871" y="249016"/>
                  <a:pt x="310871" y="249016"/>
                </a:cubicBezTo>
                <a:cubicBezTo>
                  <a:pt x="311387" y="249016"/>
                  <a:pt x="311387" y="249016"/>
                  <a:pt x="311387" y="249016"/>
                </a:cubicBezTo>
                <a:cubicBezTo>
                  <a:pt x="311387" y="249016"/>
                  <a:pt x="311387" y="248501"/>
                  <a:pt x="311387" y="248501"/>
                </a:cubicBezTo>
                <a:close/>
                <a:moveTo>
                  <a:pt x="309322" y="247985"/>
                </a:moveTo>
                <a:cubicBezTo>
                  <a:pt x="308805" y="247470"/>
                  <a:pt x="307256" y="247470"/>
                  <a:pt x="307772" y="248501"/>
                </a:cubicBezTo>
                <a:cubicBezTo>
                  <a:pt x="307772" y="248501"/>
                  <a:pt x="306740" y="248501"/>
                  <a:pt x="306740" y="248501"/>
                </a:cubicBezTo>
                <a:cubicBezTo>
                  <a:pt x="306740" y="249016"/>
                  <a:pt x="307256" y="249016"/>
                  <a:pt x="307256" y="249016"/>
                </a:cubicBezTo>
                <a:cubicBezTo>
                  <a:pt x="307256" y="249532"/>
                  <a:pt x="305190" y="250563"/>
                  <a:pt x="307256" y="250563"/>
                </a:cubicBezTo>
                <a:cubicBezTo>
                  <a:pt x="308805" y="251079"/>
                  <a:pt x="309838" y="250563"/>
                  <a:pt x="309838" y="249016"/>
                </a:cubicBezTo>
                <a:cubicBezTo>
                  <a:pt x="309838" y="248501"/>
                  <a:pt x="310871" y="247985"/>
                  <a:pt x="309322" y="247985"/>
                </a:cubicBezTo>
                <a:close/>
                <a:moveTo>
                  <a:pt x="242717" y="247468"/>
                </a:moveTo>
                <a:lnTo>
                  <a:pt x="241177" y="249008"/>
                </a:lnTo>
                <a:cubicBezTo>
                  <a:pt x="240659" y="249008"/>
                  <a:pt x="240659" y="249526"/>
                  <a:pt x="240659" y="249526"/>
                </a:cubicBezTo>
                <a:close/>
                <a:moveTo>
                  <a:pt x="333076" y="246954"/>
                </a:moveTo>
                <a:cubicBezTo>
                  <a:pt x="333592" y="246954"/>
                  <a:pt x="333592" y="247470"/>
                  <a:pt x="333592" y="247470"/>
                </a:cubicBezTo>
                <a:cubicBezTo>
                  <a:pt x="334108" y="247470"/>
                  <a:pt x="334108" y="246954"/>
                  <a:pt x="334108" y="246954"/>
                </a:cubicBezTo>
                <a:cubicBezTo>
                  <a:pt x="333592" y="246954"/>
                  <a:pt x="333592" y="246954"/>
                  <a:pt x="333076" y="246954"/>
                </a:cubicBezTo>
                <a:close/>
                <a:moveTo>
                  <a:pt x="343916" y="246459"/>
                </a:moveTo>
                <a:cubicBezTo>
                  <a:pt x="344944" y="247487"/>
                  <a:pt x="346485" y="248514"/>
                  <a:pt x="347513" y="249542"/>
                </a:cubicBezTo>
                <a:cubicBezTo>
                  <a:pt x="348026" y="250056"/>
                  <a:pt x="348540" y="251083"/>
                  <a:pt x="349054" y="251597"/>
                </a:cubicBezTo>
                <a:cubicBezTo>
                  <a:pt x="347513" y="250056"/>
                  <a:pt x="345457" y="248001"/>
                  <a:pt x="343916" y="246459"/>
                </a:cubicBezTo>
                <a:close/>
                <a:moveTo>
                  <a:pt x="243725" y="246459"/>
                </a:moveTo>
                <a:cubicBezTo>
                  <a:pt x="243725" y="246956"/>
                  <a:pt x="243725" y="246956"/>
                  <a:pt x="243725" y="246956"/>
                </a:cubicBezTo>
                <a:cubicBezTo>
                  <a:pt x="243725" y="246956"/>
                  <a:pt x="243725" y="246956"/>
                  <a:pt x="243228" y="246956"/>
                </a:cubicBezTo>
                <a:cubicBezTo>
                  <a:pt x="243725" y="246956"/>
                  <a:pt x="243725" y="246459"/>
                  <a:pt x="243725" y="246459"/>
                </a:cubicBezTo>
                <a:close/>
                <a:moveTo>
                  <a:pt x="312420" y="245407"/>
                </a:moveTo>
                <a:cubicBezTo>
                  <a:pt x="312420" y="244376"/>
                  <a:pt x="309838" y="245923"/>
                  <a:pt x="310354" y="245923"/>
                </a:cubicBezTo>
                <a:cubicBezTo>
                  <a:pt x="310354" y="246439"/>
                  <a:pt x="309838" y="245923"/>
                  <a:pt x="309838" y="245923"/>
                </a:cubicBezTo>
                <a:cubicBezTo>
                  <a:pt x="309322" y="246439"/>
                  <a:pt x="309838" y="246439"/>
                  <a:pt x="310354" y="246439"/>
                </a:cubicBezTo>
                <a:cubicBezTo>
                  <a:pt x="310354" y="246954"/>
                  <a:pt x="310354" y="246954"/>
                  <a:pt x="310354" y="247470"/>
                </a:cubicBezTo>
                <a:cubicBezTo>
                  <a:pt x="311387" y="247985"/>
                  <a:pt x="310871" y="247470"/>
                  <a:pt x="310871" y="247985"/>
                </a:cubicBezTo>
                <a:cubicBezTo>
                  <a:pt x="310871" y="248501"/>
                  <a:pt x="311904" y="248501"/>
                  <a:pt x="312420" y="248501"/>
                </a:cubicBezTo>
                <a:cubicBezTo>
                  <a:pt x="311904" y="249016"/>
                  <a:pt x="312420" y="249016"/>
                  <a:pt x="312936" y="249016"/>
                </a:cubicBezTo>
                <a:cubicBezTo>
                  <a:pt x="312936" y="249532"/>
                  <a:pt x="311904" y="249532"/>
                  <a:pt x="311387" y="249532"/>
                </a:cubicBezTo>
                <a:cubicBezTo>
                  <a:pt x="311387" y="250048"/>
                  <a:pt x="310871" y="250563"/>
                  <a:pt x="310871" y="250563"/>
                </a:cubicBezTo>
                <a:cubicBezTo>
                  <a:pt x="310871" y="251079"/>
                  <a:pt x="312420" y="251079"/>
                  <a:pt x="312936" y="251079"/>
                </a:cubicBezTo>
                <a:cubicBezTo>
                  <a:pt x="312936" y="251079"/>
                  <a:pt x="310871" y="251594"/>
                  <a:pt x="310354" y="252110"/>
                </a:cubicBezTo>
                <a:cubicBezTo>
                  <a:pt x="311387" y="252110"/>
                  <a:pt x="316551" y="251594"/>
                  <a:pt x="316551" y="251594"/>
                </a:cubicBezTo>
                <a:cubicBezTo>
                  <a:pt x="316551" y="251594"/>
                  <a:pt x="316035" y="251594"/>
                  <a:pt x="316035" y="251594"/>
                </a:cubicBezTo>
                <a:cubicBezTo>
                  <a:pt x="316551" y="250563"/>
                  <a:pt x="316551" y="249532"/>
                  <a:pt x="316035" y="250048"/>
                </a:cubicBezTo>
                <a:cubicBezTo>
                  <a:pt x="316035" y="250048"/>
                  <a:pt x="316035" y="250048"/>
                  <a:pt x="315518" y="250048"/>
                </a:cubicBezTo>
                <a:cubicBezTo>
                  <a:pt x="315518" y="249016"/>
                  <a:pt x="313453" y="247985"/>
                  <a:pt x="312420" y="247470"/>
                </a:cubicBezTo>
                <a:cubicBezTo>
                  <a:pt x="312420" y="246954"/>
                  <a:pt x="313453" y="246954"/>
                  <a:pt x="313453" y="246439"/>
                </a:cubicBezTo>
                <a:cubicBezTo>
                  <a:pt x="312420" y="246439"/>
                  <a:pt x="311904" y="246439"/>
                  <a:pt x="311387" y="245923"/>
                </a:cubicBezTo>
                <a:cubicBezTo>
                  <a:pt x="311904" y="245923"/>
                  <a:pt x="311904" y="245923"/>
                  <a:pt x="312420" y="245407"/>
                </a:cubicBezTo>
                <a:close/>
                <a:moveTo>
                  <a:pt x="292797" y="244892"/>
                </a:moveTo>
                <a:cubicBezTo>
                  <a:pt x="292797" y="244892"/>
                  <a:pt x="293830" y="245407"/>
                  <a:pt x="293830" y="245407"/>
                </a:cubicBezTo>
                <a:cubicBezTo>
                  <a:pt x="293313" y="245407"/>
                  <a:pt x="292797" y="245407"/>
                  <a:pt x="292797" y="245407"/>
                </a:cubicBezTo>
                <a:cubicBezTo>
                  <a:pt x="292797" y="245407"/>
                  <a:pt x="293313" y="245407"/>
                  <a:pt x="293313" y="245923"/>
                </a:cubicBezTo>
                <a:cubicBezTo>
                  <a:pt x="292797" y="245923"/>
                  <a:pt x="292797" y="245923"/>
                  <a:pt x="292797" y="245923"/>
                </a:cubicBezTo>
                <a:cubicBezTo>
                  <a:pt x="294863" y="246439"/>
                  <a:pt x="296412" y="247470"/>
                  <a:pt x="298477" y="246439"/>
                </a:cubicBezTo>
                <a:cubicBezTo>
                  <a:pt x="298477" y="245923"/>
                  <a:pt x="297961" y="245407"/>
                  <a:pt x="298477" y="245407"/>
                </a:cubicBezTo>
                <a:cubicBezTo>
                  <a:pt x="297961" y="245407"/>
                  <a:pt x="295895" y="244892"/>
                  <a:pt x="295895" y="245407"/>
                </a:cubicBezTo>
                <a:cubicBezTo>
                  <a:pt x="295379" y="245407"/>
                  <a:pt x="294863" y="245407"/>
                  <a:pt x="294863" y="244892"/>
                </a:cubicBezTo>
                <a:cubicBezTo>
                  <a:pt x="294346" y="245407"/>
                  <a:pt x="293830" y="245407"/>
                  <a:pt x="293830" y="244892"/>
                </a:cubicBezTo>
                <a:cubicBezTo>
                  <a:pt x="293830" y="244892"/>
                  <a:pt x="293313" y="244892"/>
                  <a:pt x="292797" y="244892"/>
                </a:cubicBezTo>
                <a:close/>
                <a:moveTo>
                  <a:pt x="246344" y="244636"/>
                </a:moveTo>
                <a:lnTo>
                  <a:pt x="245316" y="245382"/>
                </a:lnTo>
                <a:lnTo>
                  <a:pt x="246294" y="245382"/>
                </a:lnTo>
                <a:cubicBezTo>
                  <a:pt x="245299" y="245382"/>
                  <a:pt x="245299" y="245962"/>
                  <a:pt x="244802" y="245962"/>
                </a:cubicBezTo>
                <a:cubicBezTo>
                  <a:pt x="244802" y="245962"/>
                  <a:pt x="244802" y="245962"/>
                  <a:pt x="245299" y="245382"/>
                </a:cubicBezTo>
                <a:lnTo>
                  <a:pt x="244802" y="245382"/>
                </a:lnTo>
                <a:close/>
                <a:moveTo>
                  <a:pt x="247354" y="243902"/>
                </a:moveTo>
                <a:lnTo>
                  <a:pt x="247354" y="243906"/>
                </a:lnTo>
                <a:lnTo>
                  <a:pt x="246857" y="244387"/>
                </a:lnTo>
                <a:lnTo>
                  <a:pt x="246344" y="244636"/>
                </a:lnTo>
                <a:close/>
                <a:moveTo>
                  <a:pt x="257166" y="243345"/>
                </a:moveTo>
                <a:cubicBezTo>
                  <a:pt x="257166" y="243861"/>
                  <a:pt x="253551" y="243861"/>
                  <a:pt x="255100" y="243861"/>
                </a:cubicBezTo>
                <a:cubicBezTo>
                  <a:pt x="254584" y="244376"/>
                  <a:pt x="254067" y="243861"/>
                  <a:pt x="253551" y="244376"/>
                </a:cubicBezTo>
                <a:cubicBezTo>
                  <a:pt x="254067" y="245407"/>
                  <a:pt x="256133" y="244376"/>
                  <a:pt x="256649" y="243861"/>
                </a:cubicBezTo>
                <a:cubicBezTo>
                  <a:pt x="257166" y="243861"/>
                  <a:pt x="256133" y="243861"/>
                  <a:pt x="256133" y="243861"/>
                </a:cubicBezTo>
                <a:cubicBezTo>
                  <a:pt x="256133" y="243861"/>
                  <a:pt x="256649" y="243861"/>
                  <a:pt x="257166" y="243345"/>
                </a:cubicBezTo>
                <a:close/>
                <a:moveTo>
                  <a:pt x="248387" y="242829"/>
                </a:moveTo>
                <a:cubicBezTo>
                  <a:pt x="248387" y="242829"/>
                  <a:pt x="248903" y="242829"/>
                  <a:pt x="248903" y="242829"/>
                </a:cubicBezTo>
                <a:cubicBezTo>
                  <a:pt x="248903" y="242829"/>
                  <a:pt x="249420" y="242829"/>
                  <a:pt x="249420" y="242829"/>
                </a:cubicBezTo>
                <a:lnTo>
                  <a:pt x="250453" y="242829"/>
                </a:lnTo>
                <a:lnTo>
                  <a:pt x="250453" y="242829"/>
                </a:lnTo>
                <a:lnTo>
                  <a:pt x="248903" y="243345"/>
                </a:lnTo>
                <a:lnTo>
                  <a:pt x="248387" y="243345"/>
                </a:lnTo>
                <a:cubicBezTo>
                  <a:pt x="248387" y="242829"/>
                  <a:pt x="248387" y="242829"/>
                  <a:pt x="248387" y="242829"/>
                </a:cubicBezTo>
                <a:close/>
                <a:moveTo>
                  <a:pt x="250453" y="242314"/>
                </a:moveTo>
                <a:cubicBezTo>
                  <a:pt x="250453" y="242314"/>
                  <a:pt x="250453" y="242314"/>
                  <a:pt x="250969" y="242314"/>
                </a:cubicBezTo>
                <a:cubicBezTo>
                  <a:pt x="250453" y="242829"/>
                  <a:pt x="250453" y="242829"/>
                  <a:pt x="250453" y="242829"/>
                </a:cubicBezTo>
                <a:cubicBezTo>
                  <a:pt x="249936" y="242829"/>
                  <a:pt x="249936" y="242829"/>
                  <a:pt x="250453" y="242314"/>
                </a:cubicBezTo>
                <a:close/>
                <a:moveTo>
                  <a:pt x="249420" y="242314"/>
                </a:moveTo>
                <a:cubicBezTo>
                  <a:pt x="249936" y="242314"/>
                  <a:pt x="250453" y="242314"/>
                  <a:pt x="249936" y="242314"/>
                </a:cubicBezTo>
                <a:cubicBezTo>
                  <a:pt x="249420" y="242314"/>
                  <a:pt x="248903" y="242314"/>
                  <a:pt x="248903" y="242829"/>
                </a:cubicBezTo>
                <a:cubicBezTo>
                  <a:pt x="249420" y="242829"/>
                  <a:pt x="249420" y="242829"/>
                  <a:pt x="249420" y="242314"/>
                </a:cubicBezTo>
                <a:close/>
                <a:moveTo>
                  <a:pt x="265493" y="242121"/>
                </a:moveTo>
                <a:cubicBezTo>
                  <a:pt x="264008" y="242185"/>
                  <a:pt x="262588" y="242314"/>
                  <a:pt x="262846" y="242314"/>
                </a:cubicBezTo>
                <a:cubicBezTo>
                  <a:pt x="262846" y="242314"/>
                  <a:pt x="262330" y="242314"/>
                  <a:pt x="262330" y="242314"/>
                </a:cubicBezTo>
                <a:lnTo>
                  <a:pt x="261297" y="242314"/>
                </a:lnTo>
                <a:cubicBezTo>
                  <a:pt x="260264" y="242829"/>
                  <a:pt x="262330" y="242829"/>
                  <a:pt x="262846" y="242829"/>
                </a:cubicBezTo>
                <a:cubicBezTo>
                  <a:pt x="263879" y="242314"/>
                  <a:pt x="266977" y="243345"/>
                  <a:pt x="268526" y="242314"/>
                </a:cubicBezTo>
                <a:cubicBezTo>
                  <a:pt x="268526" y="242056"/>
                  <a:pt x="266977" y="242056"/>
                  <a:pt x="265493" y="242121"/>
                </a:cubicBezTo>
                <a:close/>
                <a:moveTo>
                  <a:pt x="255100" y="241798"/>
                </a:moveTo>
                <a:cubicBezTo>
                  <a:pt x="255100" y="241798"/>
                  <a:pt x="255100" y="242314"/>
                  <a:pt x="255617" y="242314"/>
                </a:cubicBezTo>
                <a:cubicBezTo>
                  <a:pt x="255617" y="242314"/>
                  <a:pt x="255617" y="242314"/>
                  <a:pt x="256133" y="242314"/>
                </a:cubicBezTo>
                <a:lnTo>
                  <a:pt x="256563" y="242743"/>
                </a:lnTo>
                <a:lnTo>
                  <a:pt x="256456" y="242765"/>
                </a:lnTo>
                <a:lnTo>
                  <a:pt x="255100" y="242314"/>
                </a:lnTo>
                <a:lnTo>
                  <a:pt x="255100" y="242829"/>
                </a:lnTo>
                <a:cubicBezTo>
                  <a:pt x="255100" y="242829"/>
                  <a:pt x="255100" y="242829"/>
                  <a:pt x="255617" y="242829"/>
                </a:cubicBezTo>
                <a:lnTo>
                  <a:pt x="256133" y="242829"/>
                </a:lnTo>
                <a:lnTo>
                  <a:pt x="256456" y="242765"/>
                </a:lnTo>
                <a:lnTo>
                  <a:pt x="256649" y="242829"/>
                </a:lnTo>
                <a:lnTo>
                  <a:pt x="256563" y="242743"/>
                </a:lnTo>
                <a:lnTo>
                  <a:pt x="258715" y="242314"/>
                </a:lnTo>
                <a:lnTo>
                  <a:pt x="257682" y="242314"/>
                </a:lnTo>
                <a:cubicBezTo>
                  <a:pt x="257166" y="242314"/>
                  <a:pt x="256649" y="242314"/>
                  <a:pt x="257166" y="242314"/>
                </a:cubicBezTo>
                <a:lnTo>
                  <a:pt x="256133" y="242314"/>
                </a:lnTo>
                <a:cubicBezTo>
                  <a:pt x="255617" y="242314"/>
                  <a:pt x="255617" y="241798"/>
                  <a:pt x="255100" y="241798"/>
                </a:cubicBezTo>
                <a:close/>
                <a:moveTo>
                  <a:pt x="252518" y="241798"/>
                </a:moveTo>
                <a:lnTo>
                  <a:pt x="253551" y="241798"/>
                </a:lnTo>
                <a:lnTo>
                  <a:pt x="252002" y="242314"/>
                </a:lnTo>
                <a:close/>
                <a:moveTo>
                  <a:pt x="257166" y="241283"/>
                </a:moveTo>
                <a:cubicBezTo>
                  <a:pt x="257166" y="241798"/>
                  <a:pt x="256649" y="241798"/>
                  <a:pt x="256649" y="241798"/>
                </a:cubicBezTo>
                <a:lnTo>
                  <a:pt x="257166" y="241798"/>
                </a:lnTo>
                <a:cubicBezTo>
                  <a:pt x="257682" y="241798"/>
                  <a:pt x="257682" y="241798"/>
                  <a:pt x="257682" y="241798"/>
                </a:cubicBezTo>
                <a:cubicBezTo>
                  <a:pt x="258715" y="241798"/>
                  <a:pt x="259231" y="241798"/>
                  <a:pt x="259231" y="241283"/>
                </a:cubicBezTo>
                <a:close/>
                <a:moveTo>
                  <a:pt x="332645" y="239736"/>
                </a:moveTo>
                <a:lnTo>
                  <a:pt x="333076" y="239736"/>
                </a:lnTo>
                <a:cubicBezTo>
                  <a:pt x="334108" y="239736"/>
                  <a:pt x="335141" y="240252"/>
                  <a:pt x="336174" y="240767"/>
                </a:cubicBezTo>
                <a:close/>
                <a:moveTo>
                  <a:pt x="277305" y="239220"/>
                </a:moveTo>
                <a:cubicBezTo>
                  <a:pt x="274723" y="238189"/>
                  <a:pt x="268526" y="238705"/>
                  <a:pt x="265944" y="239736"/>
                </a:cubicBezTo>
                <a:lnTo>
                  <a:pt x="266977" y="239736"/>
                </a:lnTo>
                <a:cubicBezTo>
                  <a:pt x="266977" y="240252"/>
                  <a:pt x="267494" y="240252"/>
                  <a:pt x="268010" y="240252"/>
                </a:cubicBezTo>
                <a:lnTo>
                  <a:pt x="268526" y="240252"/>
                </a:lnTo>
                <a:cubicBezTo>
                  <a:pt x="267494" y="241283"/>
                  <a:pt x="266977" y="240252"/>
                  <a:pt x="266461" y="240767"/>
                </a:cubicBezTo>
                <a:cubicBezTo>
                  <a:pt x="265944" y="240767"/>
                  <a:pt x="264912" y="240252"/>
                  <a:pt x="264395" y="240252"/>
                </a:cubicBezTo>
                <a:cubicBezTo>
                  <a:pt x="264395" y="240252"/>
                  <a:pt x="263879" y="240252"/>
                  <a:pt x="263362" y="240252"/>
                </a:cubicBezTo>
                <a:cubicBezTo>
                  <a:pt x="263362" y="240252"/>
                  <a:pt x="262846" y="240252"/>
                  <a:pt x="262846" y="240767"/>
                </a:cubicBezTo>
                <a:lnTo>
                  <a:pt x="263362" y="240767"/>
                </a:lnTo>
                <a:lnTo>
                  <a:pt x="264395" y="240767"/>
                </a:lnTo>
                <a:cubicBezTo>
                  <a:pt x="263879" y="240767"/>
                  <a:pt x="263362" y="241283"/>
                  <a:pt x="262846" y="241283"/>
                </a:cubicBezTo>
                <a:cubicBezTo>
                  <a:pt x="262846" y="241283"/>
                  <a:pt x="262846" y="241283"/>
                  <a:pt x="263362" y="241283"/>
                </a:cubicBezTo>
                <a:cubicBezTo>
                  <a:pt x="263879" y="241283"/>
                  <a:pt x="264912" y="241283"/>
                  <a:pt x="265428" y="241283"/>
                </a:cubicBezTo>
                <a:cubicBezTo>
                  <a:pt x="265944" y="241283"/>
                  <a:pt x="266977" y="240767"/>
                  <a:pt x="267494" y="241283"/>
                </a:cubicBezTo>
                <a:lnTo>
                  <a:pt x="265944" y="241669"/>
                </a:lnTo>
                <a:lnTo>
                  <a:pt x="264395" y="241798"/>
                </a:lnTo>
                <a:cubicBezTo>
                  <a:pt x="264912" y="241798"/>
                  <a:pt x="265428" y="241798"/>
                  <a:pt x="265428" y="241798"/>
                </a:cubicBezTo>
                <a:lnTo>
                  <a:pt x="265944" y="241669"/>
                </a:lnTo>
                <a:lnTo>
                  <a:pt x="270592" y="241283"/>
                </a:lnTo>
                <a:cubicBezTo>
                  <a:pt x="270592" y="241283"/>
                  <a:pt x="270076" y="241283"/>
                  <a:pt x="270076" y="241283"/>
                </a:cubicBezTo>
                <a:cubicBezTo>
                  <a:pt x="270076" y="241283"/>
                  <a:pt x="271108" y="241283"/>
                  <a:pt x="271108" y="240767"/>
                </a:cubicBezTo>
                <a:cubicBezTo>
                  <a:pt x="271625" y="240767"/>
                  <a:pt x="272141" y="240767"/>
                  <a:pt x="273174" y="240252"/>
                </a:cubicBezTo>
                <a:cubicBezTo>
                  <a:pt x="273174" y="240252"/>
                  <a:pt x="272658" y="240252"/>
                  <a:pt x="272658" y="240252"/>
                </a:cubicBezTo>
                <a:cubicBezTo>
                  <a:pt x="274207" y="239736"/>
                  <a:pt x="276272" y="239736"/>
                  <a:pt x="277821" y="239736"/>
                </a:cubicBezTo>
                <a:lnTo>
                  <a:pt x="276789" y="239736"/>
                </a:lnTo>
                <a:cubicBezTo>
                  <a:pt x="277305" y="239220"/>
                  <a:pt x="278854" y="239220"/>
                  <a:pt x="278854" y="239220"/>
                </a:cubicBezTo>
                <a:cubicBezTo>
                  <a:pt x="279371" y="238705"/>
                  <a:pt x="276272" y="239220"/>
                  <a:pt x="277305" y="239220"/>
                </a:cubicBezTo>
                <a:close/>
                <a:moveTo>
                  <a:pt x="321715" y="238705"/>
                </a:moveTo>
                <a:cubicBezTo>
                  <a:pt x="321715" y="238705"/>
                  <a:pt x="320186" y="238705"/>
                  <a:pt x="320682" y="239220"/>
                </a:cubicBezTo>
                <a:cubicBezTo>
                  <a:pt x="320682" y="239220"/>
                  <a:pt x="319649" y="239736"/>
                  <a:pt x="319649" y="239736"/>
                </a:cubicBezTo>
                <a:lnTo>
                  <a:pt x="320186" y="239736"/>
                </a:lnTo>
                <a:lnTo>
                  <a:pt x="321199" y="239736"/>
                </a:lnTo>
                <a:lnTo>
                  <a:pt x="323264" y="239736"/>
                </a:lnTo>
                <a:cubicBezTo>
                  <a:pt x="323781" y="239736"/>
                  <a:pt x="323781" y="239736"/>
                  <a:pt x="323781" y="239736"/>
                </a:cubicBezTo>
                <a:cubicBezTo>
                  <a:pt x="323781" y="240252"/>
                  <a:pt x="324297" y="240252"/>
                  <a:pt x="324813" y="240252"/>
                </a:cubicBezTo>
                <a:cubicBezTo>
                  <a:pt x="325330" y="240252"/>
                  <a:pt x="325330" y="240252"/>
                  <a:pt x="325846" y="240252"/>
                </a:cubicBezTo>
                <a:cubicBezTo>
                  <a:pt x="325330" y="239736"/>
                  <a:pt x="324297" y="239736"/>
                  <a:pt x="323781" y="239736"/>
                </a:cubicBezTo>
                <a:cubicBezTo>
                  <a:pt x="323781" y="239736"/>
                  <a:pt x="324297" y="239736"/>
                  <a:pt x="324297" y="239736"/>
                </a:cubicBezTo>
                <a:cubicBezTo>
                  <a:pt x="323781" y="239220"/>
                  <a:pt x="323781" y="239220"/>
                  <a:pt x="323781" y="239220"/>
                </a:cubicBezTo>
                <a:cubicBezTo>
                  <a:pt x="324813" y="239220"/>
                  <a:pt x="326879" y="239220"/>
                  <a:pt x="327395" y="239220"/>
                </a:cubicBezTo>
                <a:cubicBezTo>
                  <a:pt x="325846" y="238189"/>
                  <a:pt x="323781" y="238705"/>
                  <a:pt x="322748" y="238705"/>
                </a:cubicBezTo>
                <a:cubicBezTo>
                  <a:pt x="322748" y="238705"/>
                  <a:pt x="323781" y="239220"/>
                  <a:pt x="323781" y="239220"/>
                </a:cubicBezTo>
                <a:cubicBezTo>
                  <a:pt x="323264" y="239220"/>
                  <a:pt x="323264" y="239220"/>
                  <a:pt x="322748" y="239220"/>
                </a:cubicBezTo>
                <a:cubicBezTo>
                  <a:pt x="322748" y="239220"/>
                  <a:pt x="322231" y="239220"/>
                  <a:pt x="321715" y="239220"/>
                </a:cubicBezTo>
                <a:cubicBezTo>
                  <a:pt x="321715" y="239220"/>
                  <a:pt x="321715" y="239220"/>
                  <a:pt x="321715" y="238705"/>
                </a:cubicBezTo>
                <a:close/>
                <a:moveTo>
                  <a:pt x="318100" y="238705"/>
                </a:moveTo>
                <a:cubicBezTo>
                  <a:pt x="318617" y="239220"/>
                  <a:pt x="318617" y="239220"/>
                  <a:pt x="318617" y="239220"/>
                </a:cubicBezTo>
                <a:cubicBezTo>
                  <a:pt x="318617" y="239220"/>
                  <a:pt x="319133" y="239220"/>
                  <a:pt x="319133" y="239220"/>
                </a:cubicBezTo>
                <a:lnTo>
                  <a:pt x="320186" y="239220"/>
                </a:lnTo>
                <a:cubicBezTo>
                  <a:pt x="319649" y="239220"/>
                  <a:pt x="319649" y="239220"/>
                  <a:pt x="319649" y="238705"/>
                </a:cubicBezTo>
                <a:cubicBezTo>
                  <a:pt x="319133" y="238705"/>
                  <a:pt x="318617" y="238705"/>
                  <a:pt x="318100" y="238705"/>
                </a:cubicBezTo>
                <a:close/>
                <a:moveTo>
                  <a:pt x="293830" y="238705"/>
                </a:moveTo>
                <a:cubicBezTo>
                  <a:pt x="289699" y="238705"/>
                  <a:pt x="285567" y="238189"/>
                  <a:pt x="281436" y="239220"/>
                </a:cubicBezTo>
                <a:cubicBezTo>
                  <a:pt x="281436" y="239220"/>
                  <a:pt x="281436" y="239220"/>
                  <a:pt x="280920" y="239736"/>
                </a:cubicBezTo>
                <a:lnTo>
                  <a:pt x="279887" y="239736"/>
                </a:lnTo>
                <a:cubicBezTo>
                  <a:pt x="279371" y="239736"/>
                  <a:pt x="279371" y="239736"/>
                  <a:pt x="279371" y="239736"/>
                </a:cubicBezTo>
                <a:lnTo>
                  <a:pt x="278854" y="239736"/>
                </a:lnTo>
                <a:cubicBezTo>
                  <a:pt x="278338" y="240252"/>
                  <a:pt x="274207" y="240252"/>
                  <a:pt x="273690" y="240767"/>
                </a:cubicBezTo>
                <a:cubicBezTo>
                  <a:pt x="274207" y="241283"/>
                  <a:pt x="274207" y="241283"/>
                  <a:pt x="274207" y="241283"/>
                </a:cubicBezTo>
                <a:cubicBezTo>
                  <a:pt x="274207" y="241798"/>
                  <a:pt x="272141" y="241283"/>
                  <a:pt x="271625" y="241798"/>
                </a:cubicBezTo>
                <a:cubicBezTo>
                  <a:pt x="271625" y="242314"/>
                  <a:pt x="273690" y="241798"/>
                  <a:pt x="273690" y="241798"/>
                </a:cubicBezTo>
                <a:cubicBezTo>
                  <a:pt x="273174" y="242314"/>
                  <a:pt x="272141" y="241798"/>
                  <a:pt x="272141" y="242314"/>
                </a:cubicBezTo>
                <a:cubicBezTo>
                  <a:pt x="272141" y="242314"/>
                  <a:pt x="272658" y="242314"/>
                  <a:pt x="272658" y="242314"/>
                </a:cubicBezTo>
                <a:cubicBezTo>
                  <a:pt x="272658" y="242829"/>
                  <a:pt x="272658" y="242829"/>
                  <a:pt x="272658" y="242829"/>
                </a:cubicBezTo>
                <a:cubicBezTo>
                  <a:pt x="272658" y="242829"/>
                  <a:pt x="273174" y="242829"/>
                  <a:pt x="273174" y="242829"/>
                </a:cubicBezTo>
                <a:cubicBezTo>
                  <a:pt x="273690" y="242314"/>
                  <a:pt x="276789" y="242314"/>
                  <a:pt x="276272" y="243861"/>
                </a:cubicBezTo>
                <a:cubicBezTo>
                  <a:pt x="276789" y="243861"/>
                  <a:pt x="276789" y="243861"/>
                  <a:pt x="276272" y="244376"/>
                </a:cubicBezTo>
                <a:cubicBezTo>
                  <a:pt x="276789" y="244376"/>
                  <a:pt x="277305" y="244892"/>
                  <a:pt x="277305" y="244892"/>
                </a:cubicBezTo>
                <a:cubicBezTo>
                  <a:pt x="277305" y="245407"/>
                  <a:pt x="276789" y="244892"/>
                  <a:pt x="276272" y="244892"/>
                </a:cubicBezTo>
                <a:cubicBezTo>
                  <a:pt x="276272" y="244892"/>
                  <a:pt x="277305" y="244892"/>
                  <a:pt x="277821" y="245407"/>
                </a:cubicBezTo>
                <a:cubicBezTo>
                  <a:pt x="277305" y="245923"/>
                  <a:pt x="276272" y="245923"/>
                  <a:pt x="276272" y="246439"/>
                </a:cubicBezTo>
                <a:cubicBezTo>
                  <a:pt x="275756" y="246954"/>
                  <a:pt x="276789" y="247470"/>
                  <a:pt x="276789" y="247470"/>
                </a:cubicBezTo>
                <a:cubicBezTo>
                  <a:pt x="275756" y="247985"/>
                  <a:pt x="278854" y="249532"/>
                  <a:pt x="279371" y="249532"/>
                </a:cubicBezTo>
                <a:cubicBezTo>
                  <a:pt x="279887" y="249532"/>
                  <a:pt x="281436" y="246954"/>
                  <a:pt x="282469" y="246954"/>
                </a:cubicBezTo>
                <a:cubicBezTo>
                  <a:pt x="284018" y="246954"/>
                  <a:pt x="284535" y="246439"/>
                  <a:pt x="285567" y="245923"/>
                </a:cubicBezTo>
                <a:cubicBezTo>
                  <a:pt x="287633" y="245923"/>
                  <a:pt x="289182" y="245923"/>
                  <a:pt x="291248" y="245407"/>
                </a:cubicBezTo>
                <a:cubicBezTo>
                  <a:pt x="290731" y="244892"/>
                  <a:pt x="288666" y="244892"/>
                  <a:pt x="289182" y="244892"/>
                </a:cubicBezTo>
                <a:cubicBezTo>
                  <a:pt x="289699" y="244892"/>
                  <a:pt x="289182" y="244892"/>
                  <a:pt x="289182" y="244376"/>
                </a:cubicBezTo>
                <a:cubicBezTo>
                  <a:pt x="289699" y="244376"/>
                  <a:pt x="291764" y="245407"/>
                  <a:pt x="291764" y="244892"/>
                </a:cubicBezTo>
                <a:cubicBezTo>
                  <a:pt x="291764" y="244376"/>
                  <a:pt x="290215" y="243861"/>
                  <a:pt x="290215" y="243861"/>
                </a:cubicBezTo>
                <a:cubicBezTo>
                  <a:pt x="290215" y="243345"/>
                  <a:pt x="291248" y="244892"/>
                  <a:pt x="291764" y="243861"/>
                </a:cubicBezTo>
                <a:cubicBezTo>
                  <a:pt x="291248" y="243345"/>
                  <a:pt x="290731" y="243345"/>
                  <a:pt x="290731" y="243345"/>
                </a:cubicBezTo>
                <a:cubicBezTo>
                  <a:pt x="291248" y="243345"/>
                  <a:pt x="292281" y="243861"/>
                  <a:pt x="292797" y="243345"/>
                </a:cubicBezTo>
                <a:cubicBezTo>
                  <a:pt x="292797" y="243345"/>
                  <a:pt x="292797" y="243345"/>
                  <a:pt x="292797" y="242829"/>
                </a:cubicBezTo>
                <a:cubicBezTo>
                  <a:pt x="292797" y="242829"/>
                  <a:pt x="293313" y="242829"/>
                  <a:pt x="293830" y="242829"/>
                </a:cubicBezTo>
                <a:cubicBezTo>
                  <a:pt x="293313" y="242829"/>
                  <a:pt x="292797" y="242829"/>
                  <a:pt x="292797" y="242314"/>
                </a:cubicBezTo>
                <a:cubicBezTo>
                  <a:pt x="292797" y="242314"/>
                  <a:pt x="293313" y="242829"/>
                  <a:pt x="293830" y="242314"/>
                </a:cubicBezTo>
                <a:cubicBezTo>
                  <a:pt x="293830" y="241798"/>
                  <a:pt x="292797" y="241798"/>
                  <a:pt x="292797" y="241798"/>
                </a:cubicBezTo>
                <a:cubicBezTo>
                  <a:pt x="292797" y="241283"/>
                  <a:pt x="294863" y="241798"/>
                  <a:pt x="294863" y="241283"/>
                </a:cubicBezTo>
                <a:lnTo>
                  <a:pt x="294346" y="241283"/>
                </a:lnTo>
                <a:cubicBezTo>
                  <a:pt x="293830" y="240767"/>
                  <a:pt x="293313" y="240767"/>
                  <a:pt x="292797" y="240767"/>
                </a:cubicBezTo>
                <a:cubicBezTo>
                  <a:pt x="293830" y="240767"/>
                  <a:pt x="296928" y="239736"/>
                  <a:pt x="296928" y="239736"/>
                </a:cubicBezTo>
                <a:cubicBezTo>
                  <a:pt x="297961" y="239736"/>
                  <a:pt x="299510" y="239220"/>
                  <a:pt x="299510" y="239220"/>
                </a:cubicBezTo>
                <a:cubicBezTo>
                  <a:pt x="299510" y="238705"/>
                  <a:pt x="292281" y="239736"/>
                  <a:pt x="291764" y="239736"/>
                </a:cubicBezTo>
                <a:cubicBezTo>
                  <a:pt x="291764" y="239736"/>
                  <a:pt x="293313" y="239220"/>
                  <a:pt x="293313" y="239220"/>
                </a:cubicBezTo>
                <a:cubicBezTo>
                  <a:pt x="293313" y="239220"/>
                  <a:pt x="292797" y="239220"/>
                  <a:pt x="292797" y="239220"/>
                </a:cubicBezTo>
                <a:cubicBezTo>
                  <a:pt x="293313" y="239220"/>
                  <a:pt x="293830" y="239220"/>
                  <a:pt x="293830" y="238705"/>
                </a:cubicBezTo>
                <a:close/>
                <a:moveTo>
                  <a:pt x="293830" y="228393"/>
                </a:moveTo>
                <a:lnTo>
                  <a:pt x="332645" y="239736"/>
                </a:lnTo>
                <a:lnTo>
                  <a:pt x="331526" y="239736"/>
                </a:lnTo>
                <a:lnTo>
                  <a:pt x="328945" y="239736"/>
                </a:lnTo>
                <a:lnTo>
                  <a:pt x="328428" y="239736"/>
                </a:lnTo>
                <a:lnTo>
                  <a:pt x="327912" y="239736"/>
                </a:lnTo>
                <a:cubicBezTo>
                  <a:pt x="327912" y="239736"/>
                  <a:pt x="327912" y="239736"/>
                  <a:pt x="327912" y="240252"/>
                </a:cubicBezTo>
                <a:lnTo>
                  <a:pt x="327395" y="240252"/>
                </a:lnTo>
                <a:cubicBezTo>
                  <a:pt x="327395" y="240767"/>
                  <a:pt x="322748" y="242314"/>
                  <a:pt x="322231" y="242314"/>
                </a:cubicBezTo>
                <a:cubicBezTo>
                  <a:pt x="322231" y="242829"/>
                  <a:pt x="322231" y="242829"/>
                  <a:pt x="322748" y="242829"/>
                </a:cubicBezTo>
                <a:cubicBezTo>
                  <a:pt x="321715" y="242829"/>
                  <a:pt x="318100" y="243345"/>
                  <a:pt x="320186" y="244892"/>
                </a:cubicBezTo>
                <a:cubicBezTo>
                  <a:pt x="319649" y="244892"/>
                  <a:pt x="319649" y="244892"/>
                  <a:pt x="319649" y="245407"/>
                </a:cubicBezTo>
                <a:cubicBezTo>
                  <a:pt x="319649" y="244892"/>
                  <a:pt x="319649" y="244892"/>
                  <a:pt x="320186" y="245407"/>
                </a:cubicBezTo>
                <a:cubicBezTo>
                  <a:pt x="320186" y="245923"/>
                  <a:pt x="319649" y="245407"/>
                  <a:pt x="319649" y="245923"/>
                </a:cubicBezTo>
                <a:cubicBezTo>
                  <a:pt x="319649" y="246954"/>
                  <a:pt x="322748" y="245923"/>
                  <a:pt x="323264" y="245923"/>
                </a:cubicBezTo>
                <a:cubicBezTo>
                  <a:pt x="324297" y="245407"/>
                  <a:pt x="324297" y="245923"/>
                  <a:pt x="324813" y="246954"/>
                </a:cubicBezTo>
                <a:cubicBezTo>
                  <a:pt x="325330" y="246954"/>
                  <a:pt x="326363" y="249016"/>
                  <a:pt x="326879" y="249016"/>
                </a:cubicBezTo>
                <a:cubicBezTo>
                  <a:pt x="327395" y="249016"/>
                  <a:pt x="329461" y="248501"/>
                  <a:pt x="329461" y="247470"/>
                </a:cubicBezTo>
                <a:cubicBezTo>
                  <a:pt x="327395" y="247470"/>
                  <a:pt x="330494" y="245923"/>
                  <a:pt x="330494" y="245923"/>
                </a:cubicBezTo>
                <a:cubicBezTo>
                  <a:pt x="330494" y="244892"/>
                  <a:pt x="329461" y="245407"/>
                  <a:pt x="328945" y="244376"/>
                </a:cubicBezTo>
                <a:cubicBezTo>
                  <a:pt x="328945" y="243345"/>
                  <a:pt x="332043" y="243345"/>
                  <a:pt x="332043" y="242829"/>
                </a:cubicBezTo>
                <a:cubicBezTo>
                  <a:pt x="332043" y="242314"/>
                  <a:pt x="334108" y="241283"/>
                  <a:pt x="335141" y="242829"/>
                </a:cubicBezTo>
                <a:cubicBezTo>
                  <a:pt x="335141" y="242829"/>
                  <a:pt x="332043" y="243861"/>
                  <a:pt x="332043" y="243861"/>
                </a:cubicBezTo>
                <a:cubicBezTo>
                  <a:pt x="332043" y="244376"/>
                  <a:pt x="332043" y="244376"/>
                  <a:pt x="332559" y="244892"/>
                </a:cubicBezTo>
                <a:cubicBezTo>
                  <a:pt x="331526" y="245923"/>
                  <a:pt x="338756" y="245923"/>
                  <a:pt x="339272" y="246439"/>
                </a:cubicBezTo>
                <a:cubicBezTo>
                  <a:pt x="337723" y="246954"/>
                  <a:pt x="336174" y="245923"/>
                  <a:pt x="334625" y="246439"/>
                </a:cubicBezTo>
                <a:cubicBezTo>
                  <a:pt x="334108" y="246954"/>
                  <a:pt x="335658" y="247470"/>
                  <a:pt x="335658" y="247985"/>
                </a:cubicBezTo>
                <a:cubicBezTo>
                  <a:pt x="335658" y="247470"/>
                  <a:pt x="332043" y="247985"/>
                  <a:pt x="332559" y="250048"/>
                </a:cubicBezTo>
                <a:cubicBezTo>
                  <a:pt x="332043" y="250048"/>
                  <a:pt x="331526" y="250048"/>
                  <a:pt x="331526" y="250048"/>
                </a:cubicBezTo>
                <a:cubicBezTo>
                  <a:pt x="330494" y="249532"/>
                  <a:pt x="326879" y="250563"/>
                  <a:pt x="326879" y="249532"/>
                </a:cubicBezTo>
                <a:lnTo>
                  <a:pt x="325330" y="249532"/>
                </a:lnTo>
                <a:cubicBezTo>
                  <a:pt x="325330" y="249532"/>
                  <a:pt x="325330" y="249016"/>
                  <a:pt x="325330" y="249016"/>
                </a:cubicBezTo>
                <a:cubicBezTo>
                  <a:pt x="324297" y="249016"/>
                  <a:pt x="325330" y="247470"/>
                  <a:pt x="326363" y="248501"/>
                </a:cubicBezTo>
                <a:cubicBezTo>
                  <a:pt x="325330" y="249016"/>
                  <a:pt x="325846" y="250048"/>
                  <a:pt x="324813" y="249016"/>
                </a:cubicBezTo>
                <a:cubicBezTo>
                  <a:pt x="324813" y="249016"/>
                  <a:pt x="324297" y="248501"/>
                  <a:pt x="324297" y="248501"/>
                </a:cubicBezTo>
                <a:cubicBezTo>
                  <a:pt x="324297" y="248501"/>
                  <a:pt x="324297" y="247985"/>
                  <a:pt x="324297" y="247985"/>
                </a:cubicBezTo>
                <a:cubicBezTo>
                  <a:pt x="324297" y="247470"/>
                  <a:pt x="323781" y="247470"/>
                  <a:pt x="323781" y="246954"/>
                </a:cubicBezTo>
                <a:cubicBezTo>
                  <a:pt x="322231" y="247470"/>
                  <a:pt x="322231" y="247470"/>
                  <a:pt x="323264" y="249532"/>
                </a:cubicBezTo>
                <a:cubicBezTo>
                  <a:pt x="323781" y="250048"/>
                  <a:pt x="321715" y="250048"/>
                  <a:pt x="321199" y="250048"/>
                </a:cubicBezTo>
                <a:cubicBezTo>
                  <a:pt x="319133" y="250048"/>
                  <a:pt x="319649" y="251594"/>
                  <a:pt x="318100" y="251594"/>
                </a:cubicBezTo>
                <a:cubicBezTo>
                  <a:pt x="316551" y="252110"/>
                  <a:pt x="316035" y="253141"/>
                  <a:pt x="313969" y="252626"/>
                </a:cubicBezTo>
                <a:cubicBezTo>
                  <a:pt x="313969" y="253141"/>
                  <a:pt x="313969" y="253141"/>
                  <a:pt x="313969" y="253657"/>
                </a:cubicBezTo>
                <a:cubicBezTo>
                  <a:pt x="313969" y="253657"/>
                  <a:pt x="311387" y="253141"/>
                  <a:pt x="311387" y="253657"/>
                </a:cubicBezTo>
                <a:cubicBezTo>
                  <a:pt x="311387" y="254688"/>
                  <a:pt x="315518" y="255203"/>
                  <a:pt x="315002" y="256750"/>
                </a:cubicBezTo>
                <a:cubicBezTo>
                  <a:pt x="315002" y="258813"/>
                  <a:pt x="314485" y="258297"/>
                  <a:pt x="312420" y="258297"/>
                </a:cubicBezTo>
                <a:cubicBezTo>
                  <a:pt x="311387" y="258297"/>
                  <a:pt x="309838" y="258297"/>
                  <a:pt x="308289" y="257781"/>
                </a:cubicBezTo>
                <a:cubicBezTo>
                  <a:pt x="306740" y="257781"/>
                  <a:pt x="307256" y="258813"/>
                  <a:pt x="307256" y="259844"/>
                </a:cubicBezTo>
                <a:cubicBezTo>
                  <a:pt x="307256" y="260359"/>
                  <a:pt x="306223" y="264484"/>
                  <a:pt x="307772" y="264484"/>
                </a:cubicBezTo>
                <a:cubicBezTo>
                  <a:pt x="308805" y="264484"/>
                  <a:pt x="309322" y="264484"/>
                  <a:pt x="310354" y="265515"/>
                </a:cubicBezTo>
                <a:cubicBezTo>
                  <a:pt x="310871" y="266546"/>
                  <a:pt x="312936" y="265000"/>
                  <a:pt x="313969" y="265515"/>
                </a:cubicBezTo>
                <a:cubicBezTo>
                  <a:pt x="314485" y="265000"/>
                  <a:pt x="315518" y="264484"/>
                  <a:pt x="316035" y="263453"/>
                </a:cubicBezTo>
                <a:cubicBezTo>
                  <a:pt x="313969" y="262422"/>
                  <a:pt x="319133" y="260359"/>
                  <a:pt x="319133" y="260359"/>
                </a:cubicBezTo>
                <a:cubicBezTo>
                  <a:pt x="318100" y="257781"/>
                  <a:pt x="321715" y="259844"/>
                  <a:pt x="322748" y="259328"/>
                </a:cubicBezTo>
                <a:lnTo>
                  <a:pt x="324813" y="259844"/>
                </a:lnTo>
                <a:lnTo>
                  <a:pt x="324297" y="260359"/>
                </a:lnTo>
                <a:cubicBezTo>
                  <a:pt x="324297" y="260359"/>
                  <a:pt x="324297" y="261390"/>
                  <a:pt x="324813" y="261390"/>
                </a:cubicBezTo>
                <a:cubicBezTo>
                  <a:pt x="324813" y="261390"/>
                  <a:pt x="324813" y="260875"/>
                  <a:pt x="324813" y="260359"/>
                </a:cubicBezTo>
                <a:lnTo>
                  <a:pt x="324813" y="259844"/>
                </a:lnTo>
                <a:lnTo>
                  <a:pt x="326879" y="260359"/>
                </a:lnTo>
                <a:cubicBezTo>
                  <a:pt x="326363" y="259844"/>
                  <a:pt x="333592" y="265515"/>
                  <a:pt x="331526" y="265515"/>
                </a:cubicBezTo>
                <a:cubicBezTo>
                  <a:pt x="331526" y="266031"/>
                  <a:pt x="332559" y="264484"/>
                  <a:pt x="332559" y="264484"/>
                </a:cubicBezTo>
                <a:cubicBezTo>
                  <a:pt x="332559" y="262937"/>
                  <a:pt x="331526" y="263453"/>
                  <a:pt x="334108" y="263968"/>
                </a:cubicBezTo>
                <a:cubicBezTo>
                  <a:pt x="334108" y="262422"/>
                  <a:pt x="331526" y="262937"/>
                  <a:pt x="331526" y="261390"/>
                </a:cubicBezTo>
                <a:cubicBezTo>
                  <a:pt x="329977" y="261390"/>
                  <a:pt x="327395" y="259328"/>
                  <a:pt x="327395" y="257781"/>
                </a:cubicBezTo>
                <a:cubicBezTo>
                  <a:pt x="326879" y="256750"/>
                  <a:pt x="331526" y="260359"/>
                  <a:pt x="332043" y="260359"/>
                </a:cubicBezTo>
                <a:cubicBezTo>
                  <a:pt x="332043" y="261390"/>
                  <a:pt x="334625" y="261390"/>
                  <a:pt x="334625" y="262937"/>
                </a:cubicBezTo>
                <a:cubicBezTo>
                  <a:pt x="335141" y="263968"/>
                  <a:pt x="336690" y="266031"/>
                  <a:pt x="337723" y="266031"/>
                </a:cubicBezTo>
                <a:cubicBezTo>
                  <a:pt x="337207" y="267062"/>
                  <a:pt x="337723" y="267577"/>
                  <a:pt x="339272" y="267577"/>
                </a:cubicBezTo>
                <a:cubicBezTo>
                  <a:pt x="338756" y="267577"/>
                  <a:pt x="338756" y="266031"/>
                  <a:pt x="338756" y="266031"/>
                </a:cubicBezTo>
                <a:cubicBezTo>
                  <a:pt x="339272" y="266546"/>
                  <a:pt x="339789" y="267062"/>
                  <a:pt x="340305" y="266546"/>
                </a:cubicBezTo>
                <a:cubicBezTo>
                  <a:pt x="339272" y="265515"/>
                  <a:pt x="338756" y="265000"/>
                  <a:pt x="337723" y="263968"/>
                </a:cubicBezTo>
                <a:cubicBezTo>
                  <a:pt x="337723" y="263453"/>
                  <a:pt x="339272" y="264484"/>
                  <a:pt x="339272" y="264484"/>
                </a:cubicBezTo>
                <a:cubicBezTo>
                  <a:pt x="339272" y="263968"/>
                  <a:pt x="339272" y="263968"/>
                  <a:pt x="338756" y="263968"/>
                </a:cubicBezTo>
                <a:cubicBezTo>
                  <a:pt x="339789" y="263453"/>
                  <a:pt x="339789" y="262937"/>
                  <a:pt x="340822" y="263968"/>
                </a:cubicBezTo>
                <a:cubicBezTo>
                  <a:pt x="341854" y="264484"/>
                  <a:pt x="341854" y="263453"/>
                  <a:pt x="342887" y="263968"/>
                </a:cubicBezTo>
                <a:cubicBezTo>
                  <a:pt x="342887" y="263968"/>
                  <a:pt x="343404" y="263968"/>
                  <a:pt x="343404" y="263968"/>
                </a:cubicBezTo>
                <a:cubicBezTo>
                  <a:pt x="342887" y="264484"/>
                  <a:pt x="340305" y="263968"/>
                  <a:pt x="340305" y="265000"/>
                </a:cubicBezTo>
                <a:cubicBezTo>
                  <a:pt x="340305" y="265515"/>
                  <a:pt x="341854" y="265000"/>
                  <a:pt x="340305" y="266031"/>
                </a:cubicBezTo>
                <a:cubicBezTo>
                  <a:pt x="341338" y="266546"/>
                  <a:pt x="342371" y="267577"/>
                  <a:pt x="342887" y="268093"/>
                </a:cubicBezTo>
                <a:cubicBezTo>
                  <a:pt x="345469" y="268609"/>
                  <a:pt x="348051" y="269640"/>
                  <a:pt x="350633" y="268609"/>
                </a:cubicBezTo>
                <a:lnTo>
                  <a:pt x="350633" y="270155"/>
                </a:lnTo>
                <a:lnTo>
                  <a:pt x="350633" y="272733"/>
                </a:lnTo>
                <a:cubicBezTo>
                  <a:pt x="350633" y="272733"/>
                  <a:pt x="350633" y="274280"/>
                  <a:pt x="350633" y="274280"/>
                </a:cubicBezTo>
                <a:cubicBezTo>
                  <a:pt x="350633" y="274796"/>
                  <a:pt x="351666" y="276858"/>
                  <a:pt x="351666" y="277374"/>
                </a:cubicBezTo>
                <a:cubicBezTo>
                  <a:pt x="351666" y="280983"/>
                  <a:pt x="357346" y="283045"/>
                  <a:pt x="357863" y="286138"/>
                </a:cubicBezTo>
                <a:cubicBezTo>
                  <a:pt x="358379" y="288201"/>
                  <a:pt x="359928" y="289232"/>
                  <a:pt x="360961" y="290779"/>
                </a:cubicBezTo>
                <a:cubicBezTo>
                  <a:pt x="362510" y="292841"/>
                  <a:pt x="363027" y="294388"/>
                  <a:pt x="364059" y="296450"/>
                </a:cubicBezTo>
                <a:cubicBezTo>
                  <a:pt x="366125" y="300059"/>
                  <a:pt x="368707" y="297481"/>
                  <a:pt x="371805" y="296450"/>
                </a:cubicBezTo>
                <a:cubicBezTo>
                  <a:pt x="372322" y="300059"/>
                  <a:pt x="372838" y="303668"/>
                  <a:pt x="372838" y="307793"/>
                </a:cubicBezTo>
                <a:cubicBezTo>
                  <a:pt x="372838" y="320682"/>
                  <a:pt x="369740" y="333056"/>
                  <a:pt x="364059" y="343884"/>
                </a:cubicBezTo>
                <a:cubicBezTo>
                  <a:pt x="363543" y="344399"/>
                  <a:pt x="363543" y="344915"/>
                  <a:pt x="363027" y="345430"/>
                </a:cubicBezTo>
                <a:lnTo>
                  <a:pt x="347631" y="361640"/>
                </a:lnTo>
                <a:lnTo>
                  <a:pt x="349084" y="357289"/>
                </a:lnTo>
                <a:cubicBezTo>
                  <a:pt x="351149" y="355742"/>
                  <a:pt x="351666" y="356258"/>
                  <a:pt x="351666" y="353164"/>
                </a:cubicBezTo>
                <a:cubicBezTo>
                  <a:pt x="351666" y="352133"/>
                  <a:pt x="349084" y="349040"/>
                  <a:pt x="351666" y="348524"/>
                </a:cubicBezTo>
                <a:cubicBezTo>
                  <a:pt x="352182" y="346462"/>
                  <a:pt x="353731" y="345946"/>
                  <a:pt x="355281" y="344915"/>
                </a:cubicBezTo>
                <a:cubicBezTo>
                  <a:pt x="359412" y="342337"/>
                  <a:pt x="356313" y="338728"/>
                  <a:pt x="357863" y="335634"/>
                </a:cubicBezTo>
                <a:cubicBezTo>
                  <a:pt x="358379" y="334088"/>
                  <a:pt x="356830" y="332541"/>
                  <a:pt x="356830" y="331510"/>
                </a:cubicBezTo>
                <a:cubicBezTo>
                  <a:pt x="356830" y="329963"/>
                  <a:pt x="356313" y="328932"/>
                  <a:pt x="356313" y="327385"/>
                </a:cubicBezTo>
                <a:cubicBezTo>
                  <a:pt x="356313" y="325838"/>
                  <a:pt x="357346" y="325323"/>
                  <a:pt x="357863" y="324292"/>
                </a:cubicBezTo>
                <a:cubicBezTo>
                  <a:pt x="358895" y="319651"/>
                  <a:pt x="362510" y="318620"/>
                  <a:pt x="365092" y="314496"/>
                </a:cubicBezTo>
                <a:cubicBezTo>
                  <a:pt x="367158" y="311402"/>
                  <a:pt x="371289" y="304184"/>
                  <a:pt x="369740" y="300575"/>
                </a:cubicBezTo>
                <a:cubicBezTo>
                  <a:pt x="368190" y="301090"/>
                  <a:pt x="366641" y="302122"/>
                  <a:pt x="365609" y="302122"/>
                </a:cubicBezTo>
                <a:cubicBezTo>
                  <a:pt x="362510" y="302637"/>
                  <a:pt x="361477" y="303668"/>
                  <a:pt x="360961" y="300059"/>
                </a:cubicBezTo>
                <a:cubicBezTo>
                  <a:pt x="360445" y="297997"/>
                  <a:pt x="356313" y="296450"/>
                  <a:pt x="355797" y="293872"/>
                </a:cubicBezTo>
                <a:cubicBezTo>
                  <a:pt x="355797" y="292325"/>
                  <a:pt x="355281" y="291810"/>
                  <a:pt x="354248" y="290263"/>
                </a:cubicBezTo>
                <a:cubicBezTo>
                  <a:pt x="352699" y="289232"/>
                  <a:pt x="353215" y="287170"/>
                  <a:pt x="352182" y="285623"/>
                </a:cubicBezTo>
                <a:cubicBezTo>
                  <a:pt x="351666" y="284076"/>
                  <a:pt x="351666" y="282529"/>
                  <a:pt x="350633" y="281498"/>
                </a:cubicBezTo>
                <a:cubicBezTo>
                  <a:pt x="349600" y="279436"/>
                  <a:pt x="347535" y="276858"/>
                  <a:pt x="347535" y="274280"/>
                </a:cubicBezTo>
                <a:cubicBezTo>
                  <a:pt x="348051" y="275311"/>
                  <a:pt x="349084" y="277374"/>
                  <a:pt x="349600" y="277374"/>
                </a:cubicBezTo>
                <a:cubicBezTo>
                  <a:pt x="350117" y="275311"/>
                  <a:pt x="350117" y="274796"/>
                  <a:pt x="349600" y="272218"/>
                </a:cubicBezTo>
                <a:cubicBezTo>
                  <a:pt x="348051" y="272733"/>
                  <a:pt x="346502" y="271702"/>
                  <a:pt x="345469" y="272218"/>
                </a:cubicBezTo>
                <a:cubicBezTo>
                  <a:pt x="343404" y="273249"/>
                  <a:pt x="341854" y="272733"/>
                  <a:pt x="340305" y="272218"/>
                </a:cubicBezTo>
                <a:cubicBezTo>
                  <a:pt x="338756" y="271702"/>
                  <a:pt x="333592" y="268609"/>
                  <a:pt x="333592" y="272218"/>
                </a:cubicBezTo>
                <a:cubicBezTo>
                  <a:pt x="333592" y="276342"/>
                  <a:pt x="328428" y="271187"/>
                  <a:pt x="327395" y="270671"/>
                </a:cubicBezTo>
                <a:cubicBezTo>
                  <a:pt x="325846" y="270155"/>
                  <a:pt x="323264" y="270671"/>
                  <a:pt x="323264" y="268609"/>
                </a:cubicBezTo>
                <a:cubicBezTo>
                  <a:pt x="323264" y="267062"/>
                  <a:pt x="323781" y="266031"/>
                  <a:pt x="324297" y="265000"/>
                </a:cubicBezTo>
                <a:cubicBezTo>
                  <a:pt x="323781" y="265000"/>
                  <a:pt x="323264" y="265000"/>
                  <a:pt x="322748" y="265000"/>
                </a:cubicBezTo>
                <a:cubicBezTo>
                  <a:pt x="322231" y="263968"/>
                  <a:pt x="321715" y="265000"/>
                  <a:pt x="320682" y="265000"/>
                </a:cubicBezTo>
                <a:cubicBezTo>
                  <a:pt x="319649" y="265000"/>
                  <a:pt x="318100" y="265000"/>
                  <a:pt x="316551" y="265000"/>
                </a:cubicBezTo>
                <a:cubicBezTo>
                  <a:pt x="314485" y="265000"/>
                  <a:pt x="312420" y="266546"/>
                  <a:pt x="310871" y="267577"/>
                </a:cubicBezTo>
                <a:cubicBezTo>
                  <a:pt x="308289" y="268609"/>
                  <a:pt x="306740" y="266546"/>
                  <a:pt x="305190" y="268609"/>
                </a:cubicBezTo>
                <a:cubicBezTo>
                  <a:pt x="304158" y="270155"/>
                  <a:pt x="303125" y="271187"/>
                  <a:pt x="301576" y="272733"/>
                </a:cubicBezTo>
                <a:cubicBezTo>
                  <a:pt x="301059" y="273764"/>
                  <a:pt x="301576" y="275311"/>
                  <a:pt x="301059" y="276342"/>
                </a:cubicBezTo>
                <a:cubicBezTo>
                  <a:pt x="300543" y="277374"/>
                  <a:pt x="299510" y="278405"/>
                  <a:pt x="298477" y="278920"/>
                </a:cubicBezTo>
                <a:cubicBezTo>
                  <a:pt x="296412" y="279436"/>
                  <a:pt x="295895" y="281498"/>
                  <a:pt x="294863" y="283561"/>
                </a:cubicBezTo>
                <a:cubicBezTo>
                  <a:pt x="294346" y="284592"/>
                  <a:pt x="293830" y="286138"/>
                  <a:pt x="292797" y="287170"/>
                </a:cubicBezTo>
                <a:cubicBezTo>
                  <a:pt x="292281" y="289232"/>
                  <a:pt x="293313" y="291810"/>
                  <a:pt x="293313" y="293872"/>
                </a:cubicBezTo>
                <a:cubicBezTo>
                  <a:pt x="293313" y="294903"/>
                  <a:pt x="292797" y="296450"/>
                  <a:pt x="292281" y="297481"/>
                </a:cubicBezTo>
                <a:cubicBezTo>
                  <a:pt x="291248" y="299028"/>
                  <a:pt x="292281" y="300059"/>
                  <a:pt x="292281" y="301606"/>
                </a:cubicBezTo>
                <a:cubicBezTo>
                  <a:pt x="292797" y="302637"/>
                  <a:pt x="293830" y="303668"/>
                  <a:pt x="294863" y="304699"/>
                </a:cubicBezTo>
                <a:cubicBezTo>
                  <a:pt x="296412" y="306762"/>
                  <a:pt x="296412" y="308824"/>
                  <a:pt x="298477" y="310886"/>
                </a:cubicBezTo>
                <a:cubicBezTo>
                  <a:pt x="299510" y="311918"/>
                  <a:pt x="301059" y="313980"/>
                  <a:pt x="303125" y="313464"/>
                </a:cubicBezTo>
                <a:cubicBezTo>
                  <a:pt x="304158" y="312949"/>
                  <a:pt x="305190" y="312433"/>
                  <a:pt x="306223" y="312433"/>
                </a:cubicBezTo>
                <a:cubicBezTo>
                  <a:pt x="306740" y="312433"/>
                  <a:pt x="307772" y="312949"/>
                  <a:pt x="308289" y="312949"/>
                </a:cubicBezTo>
                <a:cubicBezTo>
                  <a:pt x="310354" y="312949"/>
                  <a:pt x="312420" y="310371"/>
                  <a:pt x="315002" y="310371"/>
                </a:cubicBezTo>
                <a:cubicBezTo>
                  <a:pt x="316551" y="309855"/>
                  <a:pt x="316551" y="312949"/>
                  <a:pt x="318100" y="312949"/>
                </a:cubicBezTo>
                <a:cubicBezTo>
                  <a:pt x="323264" y="312949"/>
                  <a:pt x="322748" y="316558"/>
                  <a:pt x="321199" y="320187"/>
                </a:cubicBezTo>
                <a:cubicBezTo>
                  <a:pt x="320186" y="322229"/>
                  <a:pt x="322748" y="324292"/>
                  <a:pt x="323781" y="325838"/>
                </a:cubicBezTo>
                <a:cubicBezTo>
                  <a:pt x="325330" y="327385"/>
                  <a:pt x="325330" y="329963"/>
                  <a:pt x="325846" y="332025"/>
                </a:cubicBezTo>
                <a:cubicBezTo>
                  <a:pt x="326363" y="333572"/>
                  <a:pt x="327395" y="336666"/>
                  <a:pt x="326879" y="338212"/>
                </a:cubicBezTo>
                <a:cubicBezTo>
                  <a:pt x="326363" y="340275"/>
                  <a:pt x="324813" y="341306"/>
                  <a:pt x="324297" y="343368"/>
                </a:cubicBezTo>
                <a:cubicBezTo>
                  <a:pt x="323781" y="345946"/>
                  <a:pt x="324813" y="348524"/>
                  <a:pt x="325846" y="351102"/>
                </a:cubicBezTo>
                <a:cubicBezTo>
                  <a:pt x="327395" y="353164"/>
                  <a:pt x="327395" y="354195"/>
                  <a:pt x="327395" y="356773"/>
                </a:cubicBezTo>
                <a:cubicBezTo>
                  <a:pt x="328428" y="361929"/>
                  <a:pt x="332043" y="365538"/>
                  <a:pt x="332043" y="370694"/>
                </a:cubicBezTo>
                <a:cubicBezTo>
                  <a:pt x="332559" y="370694"/>
                  <a:pt x="334108" y="371725"/>
                  <a:pt x="335658" y="370694"/>
                </a:cubicBezTo>
                <a:lnTo>
                  <a:pt x="339429" y="370276"/>
                </a:lnTo>
                <a:lnTo>
                  <a:pt x="334625" y="375334"/>
                </a:lnTo>
                <a:cubicBezTo>
                  <a:pt x="322748" y="382552"/>
                  <a:pt x="308805" y="386677"/>
                  <a:pt x="293830" y="386677"/>
                </a:cubicBezTo>
                <a:cubicBezTo>
                  <a:pt x="282985" y="386677"/>
                  <a:pt x="273174" y="384615"/>
                  <a:pt x="263879" y="381006"/>
                </a:cubicBezTo>
                <a:cubicBezTo>
                  <a:pt x="263879" y="379975"/>
                  <a:pt x="259748" y="378943"/>
                  <a:pt x="262330" y="377912"/>
                </a:cubicBezTo>
                <a:cubicBezTo>
                  <a:pt x="263362" y="377397"/>
                  <a:pt x="262330" y="375334"/>
                  <a:pt x="261813" y="374819"/>
                </a:cubicBezTo>
                <a:cubicBezTo>
                  <a:pt x="262330" y="374819"/>
                  <a:pt x="263362" y="374819"/>
                  <a:pt x="263362" y="374303"/>
                </a:cubicBezTo>
                <a:cubicBezTo>
                  <a:pt x="263362" y="374819"/>
                  <a:pt x="259748" y="373272"/>
                  <a:pt x="261297" y="372756"/>
                </a:cubicBezTo>
                <a:cubicBezTo>
                  <a:pt x="261813" y="372241"/>
                  <a:pt x="263879" y="373272"/>
                  <a:pt x="263362" y="371725"/>
                </a:cubicBezTo>
                <a:cubicBezTo>
                  <a:pt x="263362" y="371210"/>
                  <a:pt x="262330" y="369663"/>
                  <a:pt x="263362" y="369663"/>
                </a:cubicBezTo>
                <a:cubicBezTo>
                  <a:pt x="264395" y="369147"/>
                  <a:pt x="265944" y="369147"/>
                  <a:pt x="266461" y="368116"/>
                </a:cubicBezTo>
                <a:cubicBezTo>
                  <a:pt x="267494" y="365023"/>
                  <a:pt x="264912" y="366054"/>
                  <a:pt x="263879" y="363991"/>
                </a:cubicBezTo>
                <a:cubicBezTo>
                  <a:pt x="264395" y="363991"/>
                  <a:pt x="268526" y="363476"/>
                  <a:pt x="268526" y="362445"/>
                </a:cubicBezTo>
                <a:cubicBezTo>
                  <a:pt x="269043" y="360382"/>
                  <a:pt x="269559" y="358836"/>
                  <a:pt x="270076" y="356773"/>
                </a:cubicBezTo>
                <a:cubicBezTo>
                  <a:pt x="270076" y="356258"/>
                  <a:pt x="270076" y="355227"/>
                  <a:pt x="270592" y="354711"/>
                </a:cubicBezTo>
                <a:cubicBezTo>
                  <a:pt x="270076" y="353680"/>
                  <a:pt x="270076" y="353164"/>
                  <a:pt x="269559" y="352133"/>
                </a:cubicBezTo>
                <a:cubicBezTo>
                  <a:pt x="269559" y="351102"/>
                  <a:pt x="271108" y="349555"/>
                  <a:pt x="271625" y="349555"/>
                </a:cubicBezTo>
                <a:cubicBezTo>
                  <a:pt x="274207" y="347493"/>
                  <a:pt x="274723" y="346462"/>
                  <a:pt x="275756" y="343368"/>
                </a:cubicBezTo>
                <a:cubicBezTo>
                  <a:pt x="275756" y="341821"/>
                  <a:pt x="274207" y="337697"/>
                  <a:pt x="274723" y="336666"/>
                </a:cubicBezTo>
                <a:cubicBezTo>
                  <a:pt x="275240" y="335119"/>
                  <a:pt x="278854" y="328416"/>
                  <a:pt x="275240" y="327901"/>
                </a:cubicBezTo>
                <a:cubicBezTo>
                  <a:pt x="273690" y="327385"/>
                  <a:pt x="272658" y="326869"/>
                  <a:pt x="271108" y="326354"/>
                </a:cubicBezTo>
                <a:cubicBezTo>
                  <a:pt x="269559" y="325838"/>
                  <a:pt x="268010" y="326354"/>
                  <a:pt x="266461" y="326354"/>
                </a:cubicBezTo>
                <a:cubicBezTo>
                  <a:pt x="266461" y="325323"/>
                  <a:pt x="265944" y="325323"/>
                  <a:pt x="264912" y="324807"/>
                </a:cubicBezTo>
                <a:cubicBezTo>
                  <a:pt x="261813" y="323776"/>
                  <a:pt x="263362" y="326354"/>
                  <a:pt x="261813" y="326354"/>
                </a:cubicBezTo>
                <a:cubicBezTo>
                  <a:pt x="260264" y="326354"/>
                  <a:pt x="258715" y="324807"/>
                  <a:pt x="259748" y="323260"/>
                </a:cubicBezTo>
                <a:cubicBezTo>
                  <a:pt x="260780" y="322229"/>
                  <a:pt x="257682" y="318105"/>
                  <a:pt x="256133" y="318105"/>
                </a:cubicBezTo>
                <a:cubicBezTo>
                  <a:pt x="254584" y="318105"/>
                  <a:pt x="250969" y="318105"/>
                  <a:pt x="250453" y="316558"/>
                </a:cubicBezTo>
                <a:cubicBezTo>
                  <a:pt x="248903" y="315011"/>
                  <a:pt x="245289" y="314496"/>
                  <a:pt x="244772" y="312949"/>
                </a:cubicBezTo>
                <a:cubicBezTo>
                  <a:pt x="243739" y="312949"/>
                  <a:pt x="242707" y="313464"/>
                  <a:pt x="241674" y="313464"/>
                </a:cubicBezTo>
                <a:cubicBezTo>
                  <a:pt x="241158" y="312949"/>
                  <a:pt x="239608" y="313464"/>
                  <a:pt x="239092" y="312949"/>
                </a:cubicBezTo>
                <a:cubicBezTo>
                  <a:pt x="238576" y="312433"/>
                  <a:pt x="237543" y="311402"/>
                  <a:pt x="236510" y="311402"/>
                </a:cubicBezTo>
                <a:cubicBezTo>
                  <a:pt x="236510" y="311918"/>
                  <a:pt x="237026" y="311918"/>
                  <a:pt x="237543" y="312433"/>
                </a:cubicBezTo>
                <a:cubicBezTo>
                  <a:pt x="234961" y="312433"/>
                  <a:pt x="236510" y="315011"/>
                  <a:pt x="235994" y="315011"/>
                </a:cubicBezTo>
                <a:cubicBezTo>
                  <a:pt x="234961" y="315011"/>
                  <a:pt x="235477" y="312433"/>
                  <a:pt x="235477" y="311918"/>
                </a:cubicBezTo>
                <a:cubicBezTo>
                  <a:pt x="235477" y="311918"/>
                  <a:pt x="235477" y="311402"/>
                  <a:pt x="235477" y="311402"/>
                </a:cubicBezTo>
                <a:cubicBezTo>
                  <a:pt x="234961" y="310886"/>
                  <a:pt x="234444" y="311918"/>
                  <a:pt x="234444" y="311918"/>
                </a:cubicBezTo>
                <a:cubicBezTo>
                  <a:pt x="232379" y="312949"/>
                  <a:pt x="229797" y="313980"/>
                  <a:pt x="230313" y="316558"/>
                </a:cubicBezTo>
                <a:cubicBezTo>
                  <a:pt x="228248" y="317073"/>
                  <a:pt x="230313" y="319651"/>
                  <a:pt x="230830" y="321198"/>
                </a:cubicBezTo>
                <a:cubicBezTo>
                  <a:pt x="230313" y="321714"/>
                  <a:pt x="230830" y="321714"/>
                  <a:pt x="231346" y="322229"/>
                </a:cubicBezTo>
                <a:cubicBezTo>
                  <a:pt x="231346" y="323776"/>
                  <a:pt x="228764" y="325323"/>
                  <a:pt x="228764" y="327385"/>
                </a:cubicBezTo>
                <a:cubicBezTo>
                  <a:pt x="228764" y="328932"/>
                  <a:pt x="228248" y="329447"/>
                  <a:pt x="229797" y="330479"/>
                </a:cubicBezTo>
                <a:cubicBezTo>
                  <a:pt x="230313" y="331510"/>
                  <a:pt x="228764" y="332025"/>
                  <a:pt x="229280" y="333056"/>
                </a:cubicBezTo>
                <a:cubicBezTo>
                  <a:pt x="229280" y="334603"/>
                  <a:pt x="230830" y="334603"/>
                  <a:pt x="231346" y="335634"/>
                </a:cubicBezTo>
                <a:cubicBezTo>
                  <a:pt x="232379" y="337181"/>
                  <a:pt x="233928" y="339243"/>
                  <a:pt x="235477" y="340790"/>
                </a:cubicBezTo>
                <a:cubicBezTo>
                  <a:pt x="237026" y="342853"/>
                  <a:pt x="237543" y="344915"/>
                  <a:pt x="240641" y="345430"/>
                </a:cubicBezTo>
                <a:cubicBezTo>
                  <a:pt x="242707" y="345946"/>
                  <a:pt x="245289" y="347493"/>
                  <a:pt x="246321" y="349555"/>
                </a:cubicBezTo>
                <a:cubicBezTo>
                  <a:pt x="247354" y="351617"/>
                  <a:pt x="247354" y="353680"/>
                  <a:pt x="248387" y="355227"/>
                </a:cubicBezTo>
                <a:cubicBezTo>
                  <a:pt x="248387" y="357289"/>
                  <a:pt x="248387" y="360898"/>
                  <a:pt x="249420" y="362960"/>
                </a:cubicBezTo>
                <a:cubicBezTo>
                  <a:pt x="250969" y="365538"/>
                  <a:pt x="250969" y="367601"/>
                  <a:pt x="250969" y="370694"/>
                </a:cubicBezTo>
                <a:cubicBezTo>
                  <a:pt x="250969" y="371725"/>
                  <a:pt x="252002" y="372241"/>
                  <a:pt x="252518" y="373272"/>
                </a:cubicBezTo>
                <a:cubicBezTo>
                  <a:pt x="252518" y="373788"/>
                  <a:pt x="252518" y="374819"/>
                  <a:pt x="253035" y="375334"/>
                </a:cubicBezTo>
                <a:cubicBezTo>
                  <a:pt x="229797" y="361414"/>
                  <a:pt x="214305" y="336150"/>
                  <a:pt x="214305" y="307793"/>
                </a:cubicBezTo>
                <a:cubicBezTo>
                  <a:pt x="214305" y="302637"/>
                  <a:pt x="214821" y="297997"/>
                  <a:pt x="215854" y="293357"/>
                </a:cubicBezTo>
                <a:lnTo>
                  <a:pt x="215880" y="293400"/>
                </a:lnTo>
                <a:lnTo>
                  <a:pt x="217403" y="295935"/>
                </a:lnTo>
                <a:cubicBezTo>
                  <a:pt x="217920" y="296450"/>
                  <a:pt x="218436" y="294388"/>
                  <a:pt x="218953" y="295935"/>
                </a:cubicBezTo>
                <a:cubicBezTo>
                  <a:pt x="219469" y="295935"/>
                  <a:pt x="219469" y="298512"/>
                  <a:pt x="219469" y="299028"/>
                </a:cubicBezTo>
                <a:cubicBezTo>
                  <a:pt x="219985" y="300575"/>
                  <a:pt x="221018" y="301090"/>
                  <a:pt x="222051" y="301606"/>
                </a:cubicBezTo>
                <a:cubicBezTo>
                  <a:pt x="221535" y="302637"/>
                  <a:pt x="222051" y="303668"/>
                  <a:pt x="222051" y="304699"/>
                </a:cubicBezTo>
                <a:cubicBezTo>
                  <a:pt x="222051" y="306246"/>
                  <a:pt x="221018" y="307277"/>
                  <a:pt x="221535" y="308824"/>
                </a:cubicBezTo>
                <a:cubicBezTo>
                  <a:pt x="221535" y="308824"/>
                  <a:pt x="221535" y="308309"/>
                  <a:pt x="222051" y="308309"/>
                </a:cubicBezTo>
                <a:cubicBezTo>
                  <a:pt x="223084" y="308309"/>
                  <a:pt x="222567" y="314496"/>
                  <a:pt x="224116" y="315527"/>
                </a:cubicBezTo>
                <a:cubicBezTo>
                  <a:pt x="224633" y="315527"/>
                  <a:pt x="224633" y="311918"/>
                  <a:pt x="226698" y="312433"/>
                </a:cubicBezTo>
                <a:cubicBezTo>
                  <a:pt x="227215" y="312433"/>
                  <a:pt x="226698" y="314496"/>
                  <a:pt x="226698" y="315011"/>
                </a:cubicBezTo>
                <a:cubicBezTo>
                  <a:pt x="226698" y="315527"/>
                  <a:pt x="228248" y="313980"/>
                  <a:pt x="228248" y="313980"/>
                </a:cubicBezTo>
                <a:cubicBezTo>
                  <a:pt x="227731" y="312949"/>
                  <a:pt x="227731" y="310371"/>
                  <a:pt x="226182" y="310886"/>
                </a:cubicBezTo>
                <a:cubicBezTo>
                  <a:pt x="222567" y="312433"/>
                  <a:pt x="224116" y="306246"/>
                  <a:pt x="224633" y="304184"/>
                </a:cubicBezTo>
                <a:cubicBezTo>
                  <a:pt x="225666" y="302122"/>
                  <a:pt x="228764" y="297997"/>
                  <a:pt x="224633" y="297481"/>
                </a:cubicBezTo>
                <a:cubicBezTo>
                  <a:pt x="221018" y="297481"/>
                  <a:pt x="225149" y="293872"/>
                  <a:pt x="225666" y="293357"/>
                </a:cubicBezTo>
                <a:cubicBezTo>
                  <a:pt x="225666" y="292841"/>
                  <a:pt x="226182" y="292325"/>
                  <a:pt x="226698" y="291810"/>
                </a:cubicBezTo>
                <a:cubicBezTo>
                  <a:pt x="226698" y="290779"/>
                  <a:pt x="227731" y="289748"/>
                  <a:pt x="228248" y="288716"/>
                </a:cubicBezTo>
                <a:cubicBezTo>
                  <a:pt x="224116" y="288201"/>
                  <a:pt x="224116" y="293357"/>
                  <a:pt x="220502" y="292325"/>
                </a:cubicBezTo>
                <a:cubicBezTo>
                  <a:pt x="217920" y="291810"/>
                  <a:pt x="223600" y="282014"/>
                  <a:pt x="224116" y="281498"/>
                </a:cubicBezTo>
                <a:cubicBezTo>
                  <a:pt x="225149" y="279436"/>
                  <a:pt x="226698" y="278405"/>
                  <a:pt x="228764" y="277374"/>
                </a:cubicBezTo>
                <a:cubicBezTo>
                  <a:pt x="229797" y="276858"/>
                  <a:pt x="230830" y="278920"/>
                  <a:pt x="231862" y="278405"/>
                </a:cubicBezTo>
                <a:cubicBezTo>
                  <a:pt x="231862" y="277889"/>
                  <a:pt x="232379" y="277374"/>
                  <a:pt x="232379" y="276858"/>
                </a:cubicBezTo>
                <a:cubicBezTo>
                  <a:pt x="232895" y="276858"/>
                  <a:pt x="233412" y="276858"/>
                  <a:pt x="233928" y="276858"/>
                </a:cubicBezTo>
                <a:cubicBezTo>
                  <a:pt x="233412" y="277374"/>
                  <a:pt x="237026" y="277889"/>
                  <a:pt x="237026" y="277889"/>
                </a:cubicBezTo>
                <a:cubicBezTo>
                  <a:pt x="237026" y="278405"/>
                  <a:pt x="234961" y="284076"/>
                  <a:pt x="235994" y="284076"/>
                </a:cubicBezTo>
                <a:cubicBezTo>
                  <a:pt x="237543" y="284592"/>
                  <a:pt x="238576" y="280467"/>
                  <a:pt x="238576" y="279436"/>
                </a:cubicBezTo>
                <a:cubicBezTo>
                  <a:pt x="239092" y="275827"/>
                  <a:pt x="241674" y="274796"/>
                  <a:pt x="244772" y="273249"/>
                </a:cubicBezTo>
                <a:cubicBezTo>
                  <a:pt x="245289" y="272733"/>
                  <a:pt x="246321" y="272733"/>
                  <a:pt x="247354" y="272218"/>
                </a:cubicBezTo>
                <a:cubicBezTo>
                  <a:pt x="246321" y="271187"/>
                  <a:pt x="247354" y="271702"/>
                  <a:pt x="247871" y="271187"/>
                </a:cubicBezTo>
                <a:cubicBezTo>
                  <a:pt x="247354" y="271187"/>
                  <a:pt x="247354" y="271187"/>
                  <a:pt x="247354" y="270671"/>
                </a:cubicBezTo>
                <a:cubicBezTo>
                  <a:pt x="247871" y="270671"/>
                  <a:pt x="248387" y="270671"/>
                  <a:pt x="248387" y="270155"/>
                </a:cubicBezTo>
                <a:lnTo>
                  <a:pt x="247871" y="270155"/>
                </a:lnTo>
                <a:cubicBezTo>
                  <a:pt x="247871" y="269640"/>
                  <a:pt x="248903" y="268093"/>
                  <a:pt x="248903" y="268093"/>
                </a:cubicBezTo>
                <a:cubicBezTo>
                  <a:pt x="248903" y="268093"/>
                  <a:pt x="248903" y="269640"/>
                  <a:pt x="248903" y="269640"/>
                </a:cubicBezTo>
                <a:cubicBezTo>
                  <a:pt x="249936" y="269640"/>
                  <a:pt x="249936" y="268093"/>
                  <a:pt x="250453" y="267577"/>
                </a:cubicBezTo>
                <a:cubicBezTo>
                  <a:pt x="250453" y="267062"/>
                  <a:pt x="253035" y="266031"/>
                  <a:pt x="254067" y="266031"/>
                </a:cubicBezTo>
                <a:cubicBezTo>
                  <a:pt x="253551" y="265515"/>
                  <a:pt x="253035" y="266031"/>
                  <a:pt x="253035" y="266031"/>
                </a:cubicBezTo>
                <a:cubicBezTo>
                  <a:pt x="254067" y="265515"/>
                  <a:pt x="255617" y="265515"/>
                  <a:pt x="256649" y="265000"/>
                </a:cubicBezTo>
                <a:cubicBezTo>
                  <a:pt x="255100" y="265000"/>
                  <a:pt x="258199" y="262422"/>
                  <a:pt x="259231" y="262422"/>
                </a:cubicBezTo>
                <a:cubicBezTo>
                  <a:pt x="260264" y="262937"/>
                  <a:pt x="262330" y="261390"/>
                  <a:pt x="263879" y="261390"/>
                </a:cubicBezTo>
                <a:cubicBezTo>
                  <a:pt x="263362" y="261390"/>
                  <a:pt x="263879" y="261906"/>
                  <a:pt x="263879" y="261906"/>
                </a:cubicBezTo>
                <a:cubicBezTo>
                  <a:pt x="262330" y="261906"/>
                  <a:pt x="261297" y="263968"/>
                  <a:pt x="262330" y="263453"/>
                </a:cubicBezTo>
                <a:cubicBezTo>
                  <a:pt x="263362" y="262937"/>
                  <a:pt x="266461" y="262422"/>
                  <a:pt x="266977" y="261906"/>
                </a:cubicBezTo>
                <a:cubicBezTo>
                  <a:pt x="266977" y="261648"/>
                  <a:pt x="265944" y="261519"/>
                  <a:pt x="265170" y="261197"/>
                </a:cubicBezTo>
                <a:lnTo>
                  <a:pt x="265061" y="260409"/>
                </a:lnTo>
                <a:lnTo>
                  <a:pt x="264912" y="259328"/>
                </a:lnTo>
                <a:cubicBezTo>
                  <a:pt x="264912" y="259328"/>
                  <a:pt x="264395" y="259328"/>
                  <a:pt x="263879" y="259328"/>
                </a:cubicBezTo>
                <a:cubicBezTo>
                  <a:pt x="264395" y="258813"/>
                  <a:pt x="265428" y="259328"/>
                  <a:pt x="265944" y="258297"/>
                </a:cubicBezTo>
                <a:cubicBezTo>
                  <a:pt x="266461" y="257781"/>
                  <a:pt x="261297" y="258813"/>
                  <a:pt x="260780" y="258813"/>
                </a:cubicBezTo>
                <a:cubicBezTo>
                  <a:pt x="262846" y="257266"/>
                  <a:pt x="273174" y="257781"/>
                  <a:pt x="272141" y="254172"/>
                </a:cubicBezTo>
                <a:cubicBezTo>
                  <a:pt x="271625" y="254688"/>
                  <a:pt x="268526" y="255203"/>
                  <a:pt x="268526" y="254688"/>
                </a:cubicBezTo>
                <a:cubicBezTo>
                  <a:pt x="269043" y="254688"/>
                  <a:pt x="271108" y="254688"/>
                  <a:pt x="271625" y="254172"/>
                </a:cubicBezTo>
                <a:cubicBezTo>
                  <a:pt x="271625" y="253657"/>
                  <a:pt x="269043" y="254172"/>
                  <a:pt x="269559" y="253141"/>
                </a:cubicBezTo>
                <a:cubicBezTo>
                  <a:pt x="268526" y="253141"/>
                  <a:pt x="268526" y="253141"/>
                  <a:pt x="268010" y="252626"/>
                </a:cubicBezTo>
                <a:cubicBezTo>
                  <a:pt x="269559" y="252110"/>
                  <a:pt x="268010" y="250048"/>
                  <a:pt x="266977" y="250563"/>
                </a:cubicBezTo>
                <a:cubicBezTo>
                  <a:pt x="266977" y="250563"/>
                  <a:pt x="266977" y="250563"/>
                  <a:pt x="266977" y="250048"/>
                </a:cubicBezTo>
                <a:cubicBezTo>
                  <a:pt x="266461" y="251594"/>
                  <a:pt x="262846" y="250563"/>
                  <a:pt x="261813" y="250048"/>
                </a:cubicBezTo>
                <a:cubicBezTo>
                  <a:pt x="257682" y="247985"/>
                  <a:pt x="259231" y="250563"/>
                  <a:pt x="256133" y="251079"/>
                </a:cubicBezTo>
                <a:cubicBezTo>
                  <a:pt x="256133" y="252626"/>
                  <a:pt x="258199" y="252626"/>
                  <a:pt x="255617" y="253657"/>
                </a:cubicBezTo>
                <a:cubicBezTo>
                  <a:pt x="253551" y="254688"/>
                  <a:pt x="254584" y="255203"/>
                  <a:pt x="253551" y="256235"/>
                </a:cubicBezTo>
                <a:cubicBezTo>
                  <a:pt x="253035" y="256235"/>
                  <a:pt x="253035" y="256235"/>
                  <a:pt x="252518" y="256235"/>
                </a:cubicBezTo>
                <a:cubicBezTo>
                  <a:pt x="252518" y="255719"/>
                  <a:pt x="252518" y="255719"/>
                  <a:pt x="252002" y="255719"/>
                </a:cubicBezTo>
                <a:cubicBezTo>
                  <a:pt x="252002" y="255719"/>
                  <a:pt x="253551" y="254688"/>
                  <a:pt x="252518" y="254172"/>
                </a:cubicBezTo>
                <a:cubicBezTo>
                  <a:pt x="250453" y="254172"/>
                  <a:pt x="250453" y="252626"/>
                  <a:pt x="247871" y="252626"/>
                </a:cubicBezTo>
                <a:cubicBezTo>
                  <a:pt x="248387" y="252110"/>
                  <a:pt x="248903" y="251594"/>
                  <a:pt x="247354" y="251594"/>
                </a:cubicBezTo>
                <a:cubicBezTo>
                  <a:pt x="248903" y="250563"/>
                  <a:pt x="252002" y="250048"/>
                  <a:pt x="253035" y="249016"/>
                </a:cubicBezTo>
                <a:cubicBezTo>
                  <a:pt x="253035" y="248501"/>
                  <a:pt x="253035" y="248501"/>
                  <a:pt x="253035" y="248501"/>
                </a:cubicBezTo>
                <a:cubicBezTo>
                  <a:pt x="254067" y="248501"/>
                  <a:pt x="256649" y="248501"/>
                  <a:pt x="257682" y="247470"/>
                </a:cubicBezTo>
                <a:lnTo>
                  <a:pt x="258199" y="247470"/>
                </a:lnTo>
                <a:cubicBezTo>
                  <a:pt x="257682" y="247470"/>
                  <a:pt x="256649" y="248501"/>
                  <a:pt x="256133" y="248501"/>
                </a:cubicBezTo>
                <a:cubicBezTo>
                  <a:pt x="256649" y="248501"/>
                  <a:pt x="256649" y="248501"/>
                  <a:pt x="257166" y="248501"/>
                </a:cubicBezTo>
                <a:cubicBezTo>
                  <a:pt x="257166" y="248501"/>
                  <a:pt x="256649" y="249016"/>
                  <a:pt x="257166" y="249016"/>
                </a:cubicBezTo>
                <a:cubicBezTo>
                  <a:pt x="256649" y="249532"/>
                  <a:pt x="255617" y="249532"/>
                  <a:pt x="255100" y="249532"/>
                </a:cubicBezTo>
                <a:cubicBezTo>
                  <a:pt x="255617" y="249532"/>
                  <a:pt x="255617" y="249532"/>
                  <a:pt x="255617" y="249532"/>
                </a:cubicBezTo>
                <a:cubicBezTo>
                  <a:pt x="256133" y="249532"/>
                  <a:pt x="256649" y="249016"/>
                  <a:pt x="257166" y="249016"/>
                </a:cubicBezTo>
                <a:cubicBezTo>
                  <a:pt x="258199" y="249016"/>
                  <a:pt x="260264" y="248501"/>
                  <a:pt x="261297" y="248501"/>
                </a:cubicBezTo>
                <a:cubicBezTo>
                  <a:pt x="261297" y="247985"/>
                  <a:pt x="260780" y="247985"/>
                  <a:pt x="260264" y="247985"/>
                </a:cubicBezTo>
                <a:cubicBezTo>
                  <a:pt x="260264" y="247470"/>
                  <a:pt x="259231" y="247470"/>
                  <a:pt x="258715" y="247470"/>
                </a:cubicBezTo>
                <a:cubicBezTo>
                  <a:pt x="259231" y="247470"/>
                  <a:pt x="259748" y="246954"/>
                  <a:pt x="259748" y="246954"/>
                </a:cubicBezTo>
                <a:cubicBezTo>
                  <a:pt x="261297" y="246439"/>
                  <a:pt x="262846" y="245923"/>
                  <a:pt x="263362" y="245407"/>
                </a:cubicBezTo>
                <a:cubicBezTo>
                  <a:pt x="263362" y="245407"/>
                  <a:pt x="262846" y="244892"/>
                  <a:pt x="262330" y="244892"/>
                </a:cubicBezTo>
                <a:lnTo>
                  <a:pt x="263362" y="244892"/>
                </a:lnTo>
                <a:cubicBezTo>
                  <a:pt x="263362" y="245407"/>
                  <a:pt x="264912" y="244892"/>
                  <a:pt x="265428" y="244892"/>
                </a:cubicBezTo>
                <a:cubicBezTo>
                  <a:pt x="265428" y="244892"/>
                  <a:pt x="265428" y="245407"/>
                  <a:pt x="265428" y="245407"/>
                </a:cubicBezTo>
                <a:cubicBezTo>
                  <a:pt x="265428" y="245407"/>
                  <a:pt x="265944" y="245407"/>
                  <a:pt x="265944" y="245407"/>
                </a:cubicBezTo>
                <a:lnTo>
                  <a:pt x="266461" y="245407"/>
                </a:lnTo>
                <a:cubicBezTo>
                  <a:pt x="266461" y="245407"/>
                  <a:pt x="265944" y="245923"/>
                  <a:pt x="265428" y="245923"/>
                </a:cubicBezTo>
                <a:cubicBezTo>
                  <a:pt x="265428" y="245923"/>
                  <a:pt x="266977" y="246439"/>
                  <a:pt x="266977" y="245923"/>
                </a:cubicBezTo>
                <a:cubicBezTo>
                  <a:pt x="268010" y="246439"/>
                  <a:pt x="264912" y="246954"/>
                  <a:pt x="265944" y="247470"/>
                </a:cubicBezTo>
                <a:cubicBezTo>
                  <a:pt x="264912" y="247985"/>
                  <a:pt x="262846" y="247470"/>
                  <a:pt x="262330" y="248501"/>
                </a:cubicBezTo>
                <a:cubicBezTo>
                  <a:pt x="262330" y="248501"/>
                  <a:pt x="265428" y="247985"/>
                  <a:pt x="265944" y="248501"/>
                </a:cubicBezTo>
                <a:cubicBezTo>
                  <a:pt x="266461" y="248501"/>
                  <a:pt x="268010" y="249532"/>
                  <a:pt x="269043" y="249532"/>
                </a:cubicBezTo>
                <a:cubicBezTo>
                  <a:pt x="270076" y="249016"/>
                  <a:pt x="268010" y="247985"/>
                  <a:pt x="268010" y="247985"/>
                </a:cubicBezTo>
                <a:cubicBezTo>
                  <a:pt x="270076" y="247985"/>
                  <a:pt x="270076" y="249016"/>
                  <a:pt x="270076" y="247470"/>
                </a:cubicBezTo>
                <a:cubicBezTo>
                  <a:pt x="269559" y="247470"/>
                  <a:pt x="269559" y="246954"/>
                  <a:pt x="269043" y="246954"/>
                </a:cubicBezTo>
                <a:cubicBezTo>
                  <a:pt x="269043" y="246439"/>
                  <a:pt x="269559" y="246954"/>
                  <a:pt x="269559" y="246439"/>
                </a:cubicBezTo>
                <a:cubicBezTo>
                  <a:pt x="270076" y="246439"/>
                  <a:pt x="271625" y="246954"/>
                  <a:pt x="272141" y="245923"/>
                </a:cubicBezTo>
                <a:cubicBezTo>
                  <a:pt x="272141" y="245923"/>
                  <a:pt x="270076" y="245407"/>
                  <a:pt x="269559" y="245407"/>
                </a:cubicBezTo>
                <a:cubicBezTo>
                  <a:pt x="270076" y="245407"/>
                  <a:pt x="270076" y="245407"/>
                  <a:pt x="270076" y="244892"/>
                </a:cubicBezTo>
                <a:cubicBezTo>
                  <a:pt x="270076" y="244892"/>
                  <a:pt x="269559" y="244892"/>
                  <a:pt x="269559" y="244892"/>
                </a:cubicBezTo>
                <a:cubicBezTo>
                  <a:pt x="269559" y="244892"/>
                  <a:pt x="269559" y="244892"/>
                  <a:pt x="269559" y="244376"/>
                </a:cubicBezTo>
                <a:cubicBezTo>
                  <a:pt x="268010" y="244376"/>
                  <a:pt x="266461" y="243861"/>
                  <a:pt x="264395" y="243861"/>
                </a:cubicBezTo>
                <a:cubicBezTo>
                  <a:pt x="264912" y="243861"/>
                  <a:pt x="264912" y="243861"/>
                  <a:pt x="264912" y="243345"/>
                </a:cubicBezTo>
                <a:cubicBezTo>
                  <a:pt x="264395" y="242829"/>
                  <a:pt x="260264" y="244376"/>
                  <a:pt x="261297" y="243861"/>
                </a:cubicBezTo>
                <a:cubicBezTo>
                  <a:pt x="260780" y="243861"/>
                  <a:pt x="262330" y="243345"/>
                  <a:pt x="262846" y="243345"/>
                </a:cubicBezTo>
                <a:lnTo>
                  <a:pt x="261297" y="243345"/>
                </a:lnTo>
                <a:lnTo>
                  <a:pt x="258818" y="243964"/>
                </a:lnTo>
                <a:lnTo>
                  <a:pt x="259748" y="243345"/>
                </a:lnTo>
                <a:cubicBezTo>
                  <a:pt x="259231" y="243861"/>
                  <a:pt x="258715" y="243861"/>
                  <a:pt x="258199" y="243861"/>
                </a:cubicBezTo>
                <a:cubicBezTo>
                  <a:pt x="258199" y="243861"/>
                  <a:pt x="257682" y="244376"/>
                  <a:pt x="257166" y="244376"/>
                </a:cubicBezTo>
                <a:lnTo>
                  <a:pt x="258818" y="243964"/>
                </a:lnTo>
                <a:lnTo>
                  <a:pt x="258199" y="244376"/>
                </a:lnTo>
                <a:cubicBezTo>
                  <a:pt x="257682" y="244892"/>
                  <a:pt x="261297" y="244892"/>
                  <a:pt x="261297" y="244892"/>
                </a:cubicBezTo>
                <a:cubicBezTo>
                  <a:pt x="261297" y="245407"/>
                  <a:pt x="259231" y="246954"/>
                  <a:pt x="258715" y="246439"/>
                </a:cubicBezTo>
                <a:cubicBezTo>
                  <a:pt x="258199" y="245923"/>
                  <a:pt x="258715" y="245923"/>
                  <a:pt x="259231" y="245923"/>
                </a:cubicBezTo>
                <a:cubicBezTo>
                  <a:pt x="259748" y="245407"/>
                  <a:pt x="257166" y="245923"/>
                  <a:pt x="257682" y="245923"/>
                </a:cubicBezTo>
                <a:cubicBezTo>
                  <a:pt x="258199" y="245407"/>
                  <a:pt x="257166" y="245923"/>
                  <a:pt x="257682" y="245407"/>
                </a:cubicBezTo>
                <a:cubicBezTo>
                  <a:pt x="257682" y="245407"/>
                  <a:pt x="257166" y="245407"/>
                  <a:pt x="257166" y="245407"/>
                </a:cubicBezTo>
                <a:cubicBezTo>
                  <a:pt x="257166" y="245407"/>
                  <a:pt x="257682" y="244892"/>
                  <a:pt x="257682" y="244892"/>
                </a:cubicBezTo>
                <a:cubicBezTo>
                  <a:pt x="258199" y="244376"/>
                  <a:pt x="255617" y="244892"/>
                  <a:pt x="255100" y="245407"/>
                </a:cubicBezTo>
                <a:cubicBezTo>
                  <a:pt x="255100" y="245407"/>
                  <a:pt x="256133" y="245407"/>
                  <a:pt x="255617" y="245407"/>
                </a:cubicBezTo>
                <a:cubicBezTo>
                  <a:pt x="255617" y="245923"/>
                  <a:pt x="255617" y="245923"/>
                  <a:pt x="255100" y="245923"/>
                </a:cubicBezTo>
                <a:cubicBezTo>
                  <a:pt x="255617" y="245923"/>
                  <a:pt x="255617" y="245923"/>
                  <a:pt x="255617" y="245923"/>
                </a:cubicBezTo>
                <a:cubicBezTo>
                  <a:pt x="255617" y="246439"/>
                  <a:pt x="254584" y="245923"/>
                  <a:pt x="253551" y="246439"/>
                </a:cubicBezTo>
                <a:cubicBezTo>
                  <a:pt x="252518" y="246954"/>
                  <a:pt x="249936" y="246439"/>
                  <a:pt x="248387" y="246439"/>
                </a:cubicBezTo>
                <a:cubicBezTo>
                  <a:pt x="247871" y="246954"/>
                  <a:pt x="246321" y="246954"/>
                  <a:pt x="246321" y="246954"/>
                </a:cubicBezTo>
                <a:lnTo>
                  <a:pt x="242717" y="247468"/>
                </a:lnTo>
                <a:lnTo>
                  <a:pt x="242707" y="247470"/>
                </a:lnTo>
                <a:lnTo>
                  <a:pt x="242724" y="247461"/>
                </a:lnTo>
                <a:lnTo>
                  <a:pt x="243739" y="246954"/>
                </a:lnTo>
                <a:cubicBezTo>
                  <a:pt x="243739" y="246954"/>
                  <a:pt x="243739" y="246954"/>
                  <a:pt x="244256" y="246954"/>
                </a:cubicBezTo>
                <a:cubicBezTo>
                  <a:pt x="244256" y="246439"/>
                  <a:pt x="243739" y="246439"/>
                  <a:pt x="243739" y="246439"/>
                </a:cubicBezTo>
                <a:cubicBezTo>
                  <a:pt x="244256" y="246439"/>
                  <a:pt x="244256" y="246439"/>
                  <a:pt x="244256" y="246439"/>
                </a:cubicBezTo>
                <a:cubicBezTo>
                  <a:pt x="244772" y="246439"/>
                  <a:pt x="244772" y="246439"/>
                  <a:pt x="244772" y="246439"/>
                </a:cubicBezTo>
                <a:cubicBezTo>
                  <a:pt x="245289" y="246439"/>
                  <a:pt x="250453" y="246439"/>
                  <a:pt x="251485" y="245923"/>
                </a:cubicBezTo>
                <a:cubicBezTo>
                  <a:pt x="251485" y="245923"/>
                  <a:pt x="251485" y="245407"/>
                  <a:pt x="250969" y="245407"/>
                </a:cubicBezTo>
                <a:cubicBezTo>
                  <a:pt x="251485" y="245407"/>
                  <a:pt x="252002" y="245407"/>
                  <a:pt x="252518" y="245407"/>
                </a:cubicBezTo>
                <a:lnTo>
                  <a:pt x="251485" y="244376"/>
                </a:lnTo>
                <a:lnTo>
                  <a:pt x="253035" y="243861"/>
                </a:lnTo>
                <a:cubicBezTo>
                  <a:pt x="253035" y="243861"/>
                  <a:pt x="252002" y="244376"/>
                  <a:pt x="251485" y="244376"/>
                </a:cubicBezTo>
                <a:lnTo>
                  <a:pt x="251485" y="244376"/>
                </a:lnTo>
                <a:lnTo>
                  <a:pt x="249936" y="244892"/>
                </a:lnTo>
                <a:cubicBezTo>
                  <a:pt x="249936" y="244892"/>
                  <a:pt x="248387" y="243861"/>
                  <a:pt x="247354" y="244376"/>
                </a:cubicBezTo>
                <a:lnTo>
                  <a:pt x="247354" y="243906"/>
                </a:lnTo>
                <a:lnTo>
                  <a:pt x="247371" y="243890"/>
                </a:lnTo>
                <a:lnTo>
                  <a:pt x="247354" y="243902"/>
                </a:lnTo>
                <a:lnTo>
                  <a:pt x="247354" y="243861"/>
                </a:lnTo>
                <a:lnTo>
                  <a:pt x="248903" y="243345"/>
                </a:lnTo>
                <a:lnTo>
                  <a:pt x="248903" y="243345"/>
                </a:lnTo>
                <a:cubicBezTo>
                  <a:pt x="248903" y="243345"/>
                  <a:pt x="249420" y="243345"/>
                  <a:pt x="249420" y="243345"/>
                </a:cubicBezTo>
                <a:cubicBezTo>
                  <a:pt x="250969" y="242829"/>
                  <a:pt x="253035" y="243345"/>
                  <a:pt x="254067" y="242829"/>
                </a:cubicBezTo>
                <a:cubicBezTo>
                  <a:pt x="254067" y="242829"/>
                  <a:pt x="252518" y="242829"/>
                  <a:pt x="253551" y="242314"/>
                </a:cubicBezTo>
                <a:cubicBezTo>
                  <a:pt x="253035" y="242314"/>
                  <a:pt x="251485" y="242829"/>
                  <a:pt x="252002" y="242829"/>
                </a:cubicBezTo>
                <a:lnTo>
                  <a:pt x="250453" y="242829"/>
                </a:lnTo>
                <a:lnTo>
                  <a:pt x="252002" y="242314"/>
                </a:lnTo>
                <a:cubicBezTo>
                  <a:pt x="252002" y="242314"/>
                  <a:pt x="253035" y="242314"/>
                  <a:pt x="253035" y="242314"/>
                </a:cubicBezTo>
                <a:cubicBezTo>
                  <a:pt x="252518" y="242314"/>
                  <a:pt x="252518" y="242314"/>
                  <a:pt x="253551" y="241798"/>
                </a:cubicBezTo>
                <a:lnTo>
                  <a:pt x="253551" y="241798"/>
                </a:lnTo>
                <a:close/>
                <a:moveTo>
                  <a:pt x="103792" y="173236"/>
                </a:moveTo>
                <a:cubicBezTo>
                  <a:pt x="93465" y="173236"/>
                  <a:pt x="85203" y="181486"/>
                  <a:pt x="85203" y="192314"/>
                </a:cubicBezTo>
                <a:lnTo>
                  <a:pt x="85203" y="419182"/>
                </a:lnTo>
                <a:cubicBezTo>
                  <a:pt x="85203" y="430010"/>
                  <a:pt x="93465" y="438259"/>
                  <a:pt x="103792" y="438259"/>
                </a:cubicBezTo>
                <a:lnTo>
                  <a:pt x="483849" y="438259"/>
                </a:lnTo>
                <a:cubicBezTo>
                  <a:pt x="494176" y="438259"/>
                  <a:pt x="502438" y="430010"/>
                  <a:pt x="502438" y="419182"/>
                </a:cubicBezTo>
                <a:lnTo>
                  <a:pt x="502438" y="192314"/>
                </a:lnTo>
                <a:cubicBezTo>
                  <a:pt x="502438" y="181486"/>
                  <a:pt x="494176" y="173236"/>
                  <a:pt x="483849" y="173236"/>
                </a:cubicBezTo>
                <a:close/>
                <a:moveTo>
                  <a:pt x="76424" y="153643"/>
                </a:moveTo>
                <a:lnTo>
                  <a:pt x="511733" y="153643"/>
                </a:lnTo>
                <a:cubicBezTo>
                  <a:pt x="523610" y="153643"/>
                  <a:pt x="533421" y="163440"/>
                  <a:pt x="533421" y="175299"/>
                </a:cubicBezTo>
                <a:lnTo>
                  <a:pt x="533421" y="305748"/>
                </a:lnTo>
                <a:lnTo>
                  <a:pt x="533421" y="436197"/>
                </a:lnTo>
                <a:lnTo>
                  <a:pt x="533421" y="457852"/>
                </a:lnTo>
                <a:lnTo>
                  <a:pt x="587641" y="522819"/>
                </a:lnTo>
                <a:cubicBezTo>
                  <a:pt x="587641" y="540865"/>
                  <a:pt x="573182" y="555818"/>
                  <a:pt x="555109" y="555818"/>
                </a:cubicBezTo>
                <a:lnTo>
                  <a:pt x="32532" y="555818"/>
                </a:lnTo>
                <a:cubicBezTo>
                  <a:pt x="14459" y="555818"/>
                  <a:pt x="0" y="540865"/>
                  <a:pt x="0" y="522819"/>
                </a:cubicBezTo>
                <a:lnTo>
                  <a:pt x="54220" y="457852"/>
                </a:lnTo>
                <a:lnTo>
                  <a:pt x="54220" y="436197"/>
                </a:lnTo>
                <a:lnTo>
                  <a:pt x="54220" y="305748"/>
                </a:lnTo>
                <a:lnTo>
                  <a:pt x="54220" y="175299"/>
                </a:lnTo>
                <a:cubicBezTo>
                  <a:pt x="54220" y="163440"/>
                  <a:pt x="64031" y="153643"/>
                  <a:pt x="76424" y="153643"/>
                </a:cubicBezTo>
                <a:close/>
                <a:moveTo>
                  <a:pt x="293820" y="95385"/>
                </a:moveTo>
                <a:cubicBezTo>
                  <a:pt x="318085" y="95385"/>
                  <a:pt x="341317" y="105692"/>
                  <a:pt x="357838" y="123728"/>
                </a:cubicBezTo>
                <a:lnTo>
                  <a:pt x="339768" y="140218"/>
                </a:lnTo>
                <a:cubicBezTo>
                  <a:pt x="316020" y="114452"/>
                  <a:pt x="271620" y="114452"/>
                  <a:pt x="247872" y="140218"/>
                </a:cubicBezTo>
                <a:lnTo>
                  <a:pt x="229802" y="123728"/>
                </a:lnTo>
                <a:cubicBezTo>
                  <a:pt x="246323" y="105692"/>
                  <a:pt x="269555" y="95385"/>
                  <a:pt x="293820" y="95385"/>
                </a:cubicBezTo>
                <a:close/>
                <a:moveTo>
                  <a:pt x="293820" y="46408"/>
                </a:moveTo>
                <a:cubicBezTo>
                  <a:pt x="332046" y="46408"/>
                  <a:pt x="368722" y="62388"/>
                  <a:pt x="394550" y="90740"/>
                </a:cubicBezTo>
                <a:lnTo>
                  <a:pt x="375954" y="107236"/>
                </a:lnTo>
                <a:cubicBezTo>
                  <a:pt x="355291" y="84039"/>
                  <a:pt x="325330" y="71151"/>
                  <a:pt x="293820" y="71151"/>
                </a:cubicBezTo>
                <a:cubicBezTo>
                  <a:pt x="262310" y="71151"/>
                  <a:pt x="232349" y="84039"/>
                  <a:pt x="211686" y="107236"/>
                </a:cubicBezTo>
                <a:lnTo>
                  <a:pt x="193090" y="90740"/>
                </a:lnTo>
                <a:cubicBezTo>
                  <a:pt x="218918" y="62388"/>
                  <a:pt x="255594" y="46408"/>
                  <a:pt x="293820" y="46408"/>
                </a:cubicBezTo>
                <a:close/>
                <a:moveTo>
                  <a:pt x="293821" y="0"/>
                </a:moveTo>
                <a:cubicBezTo>
                  <a:pt x="344948" y="0"/>
                  <a:pt x="394526" y="22175"/>
                  <a:pt x="428611" y="59821"/>
                </a:cubicBezTo>
                <a:lnTo>
                  <a:pt x="410536" y="76324"/>
                </a:lnTo>
                <a:cubicBezTo>
                  <a:pt x="380582" y="43835"/>
                  <a:pt x="338234" y="24754"/>
                  <a:pt x="293821" y="24754"/>
                </a:cubicBezTo>
                <a:cubicBezTo>
                  <a:pt x="249407" y="24754"/>
                  <a:pt x="207059" y="43835"/>
                  <a:pt x="177105" y="76324"/>
                </a:cubicBezTo>
                <a:lnTo>
                  <a:pt x="159030" y="59821"/>
                </a:lnTo>
                <a:cubicBezTo>
                  <a:pt x="193115" y="22175"/>
                  <a:pt x="242693" y="0"/>
                  <a:pt x="293821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  <p:txBody>
          <a:bodyPr/>
          <a:lstStyle/>
          <a:p>
            <a:endParaRPr lang="zh-CN" altLang="en-US" sz="2400" dirty="0"/>
          </a:p>
        </p:txBody>
      </p:sp>
      <p:sp>
        <p:nvSpPr>
          <p:cNvPr id="19" name="internet_162873">
            <a:extLst>
              <a:ext uri="{FF2B5EF4-FFF2-40B4-BE49-F238E27FC236}">
                <a16:creationId xmlns:a16="http://schemas.microsoft.com/office/drawing/2014/main" id="{1694AEE6-41D5-45B3-9B85-59B588BA2D5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7534120" y="2803390"/>
            <a:ext cx="812913" cy="767501"/>
          </a:xfrm>
          <a:custGeom>
            <a:avLst/>
            <a:gdLst>
              <a:gd name="T0" fmla="*/ 5566 w 5862"/>
              <a:gd name="T1" fmla="*/ 3497 h 5543"/>
              <a:gd name="T2" fmla="*/ 4051 w 5862"/>
              <a:gd name="T3" fmla="*/ 1409 h 5543"/>
              <a:gd name="T4" fmla="*/ 2149 w 5862"/>
              <a:gd name="T5" fmla="*/ 1018 h 5543"/>
              <a:gd name="T6" fmla="*/ 1182 w 5862"/>
              <a:gd name="T7" fmla="*/ 3 h 5543"/>
              <a:gd name="T8" fmla="*/ 37 w 5862"/>
              <a:gd name="T9" fmla="*/ 1214 h 5543"/>
              <a:gd name="T10" fmla="*/ 108 w 5862"/>
              <a:gd name="T11" fmla="*/ 1446 h 5543"/>
              <a:gd name="T12" fmla="*/ 345 w 5862"/>
              <a:gd name="T13" fmla="*/ 1883 h 5543"/>
              <a:gd name="T14" fmla="*/ 593 w 5862"/>
              <a:gd name="T15" fmla="*/ 2162 h 5543"/>
              <a:gd name="T16" fmla="*/ 776 w 5862"/>
              <a:gd name="T17" fmla="*/ 2908 h 5543"/>
              <a:gd name="T18" fmla="*/ 2789 w 5862"/>
              <a:gd name="T19" fmla="*/ 4894 h 5543"/>
              <a:gd name="T20" fmla="*/ 3424 w 5862"/>
              <a:gd name="T21" fmla="*/ 5448 h 5543"/>
              <a:gd name="T22" fmla="*/ 5035 w 5862"/>
              <a:gd name="T23" fmla="*/ 5443 h 5543"/>
              <a:gd name="T24" fmla="*/ 5393 w 5862"/>
              <a:gd name="T25" fmla="*/ 5026 h 5543"/>
              <a:gd name="T26" fmla="*/ 5740 w 5862"/>
              <a:gd name="T27" fmla="*/ 4404 h 5543"/>
              <a:gd name="T28" fmla="*/ 2663 w 5862"/>
              <a:gd name="T29" fmla="*/ 1131 h 5543"/>
              <a:gd name="T30" fmla="*/ 2663 w 5862"/>
              <a:gd name="T31" fmla="*/ 1131 h 5543"/>
              <a:gd name="T32" fmla="*/ 1456 w 5862"/>
              <a:gd name="T33" fmla="*/ 1692 h 5543"/>
              <a:gd name="T34" fmla="*/ 793 w 5862"/>
              <a:gd name="T35" fmla="*/ 2062 h 5543"/>
              <a:gd name="T36" fmla="*/ 534 w 5862"/>
              <a:gd name="T37" fmla="*/ 1763 h 5543"/>
              <a:gd name="T38" fmla="*/ 483 w 5862"/>
              <a:gd name="T39" fmla="*/ 1431 h 5543"/>
              <a:gd name="T40" fmla="*/ 409 w 5862"/>
              <a:gd name="T41" fmla="*/ 808 h 5543"/>
              <a:gd name="T42" fmla="*/ 1721 w 5862"/>
              <a:gd name="T43" fmla="*/ 431 h 5543"/>
              <a:gd name="T44" fmla="*/ 965 w 5862"/>
              <a:gd name="T45" fmla="*/ 2062 h 5543"/>
              <a:gd name="T46" fmla="*/ 1326 w 5862"/>
              <a:gd name="T47" fmla="*/ 1847 h 5543"/>
              <a:gd name="T48" fmla="*/ 979 w 5862"/>
              <a:gd name="T49" fmla="*/ 2808 h 5543"/>
              <a:gd name="T50" fmla="*/ 979 w 5862"/>
              <a:gd name="T51" fmla="*/ 3008 h 5543"/>
              <a:gd name="T52" fmla="*/ 1325 w 5862"/>
              <a:gd name="T53" fmla="*/ 3970 h 5543"/>
              <a:gd name="T54" fmla="*/ 1758 w 5862"/>
              <a:gd name="T55" fmla="*/ 3979 h 5543"/>
              <a:gd name="T56" fmla="*/ 2663 w 5862"/>
              <a:gd name="T57" fmla="*/ 4685 h 5543"/>
              <a:gd name="T58" fmla="*/ 2663 w 5862"/>
              <a:gd name="T59" fmla="*/ 3807 h 5543"/>
              <a:gd name="T60" fmla="*/ 2250 w 5862"/>
              <a:gd name="T61" fmla="*/ 3644 h 5543"/>
              <a:gd name="T62" fmla="*/ 2663 w 5862"/>
              <a:gd name="T63" fmla="*/ 3008 h 5543"/>
              <a:gd name="T64" fmla="*/ 1775 w 5862"/>
              <a:gd name="T65" fmla="*/ 2808 h 5543"/>
              <a:gd name="T66" fmla="*/ 2663 w 5862"/>
              <a:gd name="T67" fmla="*/ 2210 h 5543"/>
              <a:gd name="T68" fmla="*/ 4484 w 5862"/>
              <a:gd name="T69" fmla="*/ 2484 h 5543"/>
              <a:gd name="T70" fmla="*/ 3816 w 5862"/>
              <a:gd name="T71" fmla="*/ 2027 h 5543"/>
              <a:gd name="T72" fmla="*/ 4056 w 5862"/>
              <a:gd name="T73" fmla="*/ 1691 h 5543"/>
              <a:gd name="T74" fmla="*/ 3920 w 5862"/>
              <a:gd name="T75" fmla="*/ 1559 h 5543"/>
              <a:gd name="T76" fmla="*/ 2863 w 5862"/>
              <a:gd name="T77" fmla="*/ 2009 h 5543"/>
              <a:gd name="T78" fmla="*/ 3627 w 5862"/>
              <a:gd name="T79" fmla="*/ 2091 h 5543"/>
              <a:gd name="T80" fmla="*/ 2863 w 5862"/>
              <a:gd name="T81" fmla="*/ 2808 h 5543"/>
              <a:gd name="T82" fmla="*/ 3200 w 5862"/>
              <a:gd name="T83" fmla="*/ 3008 h 5543"/>
              <a:gd name="T84" fmla="*/ 2863 w 5862"/>
              <a:gd name="T85" fmla="*/ 3008 h 5543"/>
              <a:gd name="T86" fmla="*/ 2941 w 5862"/>
              <a:gd name="T87" fmla="*/ 3811 h 5543"/>
              <a:gd name="T88" fmla="*/ 2863 w 5862"/>
              <a:gd name="T89" fmla="*/ 4682 h 5543"/>
              <a:gd name="T90" fmla="*/ 5285 w 5862"/>
              <a:gd name="T91" fmla="*/ 4793 h 5543"/>
              <a:gd name="T92" fmla="*/ 4935 w 5862"/>
              <a:gd name="T93" fmla="*/ 4926 h 5543"/>
              <a:gd name="T94" fmla="*/ 3619 w 5862"/>
              <a:gd name="T95" fmla="*/ 5343 h 5543"/>
              <a:gd name="T96" fmla="*/ 3472 w 5862"/>
              <a:gd name="T97" fmla="*/ 2998 h 5543"/>
              <a:gd name="T98" fmla="*/ 5371 w 5862"/>
              <a:gd name="T99" fmla="*/ 3542 h 5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5862" h="5543">
                <a:moveTo>
                  <a:pt x="5832" y="4164"/>
                </a:moveTo>
                <a:lnTo>
                  <a:pt x="5817" y="4138"/>
                </a:lnTo>
                <a:cubicBezTo>
                  <a:pt x="5704" y="3946"/>
                  <a:pt x="5620" y="3730"/>
                  <a:pt x="5566" y="3497"/>
                </a:cubicBezTo>
                <a:cubicBezTo>
                  <a:pt x="5499" y="3206"/>
                  <a:pt x="5333" y="2943"/>
                  <a:pt x="5098" y="2755"/>
                </a:cubicBezTo>
                <a:cubicBezTo>
                  <a:pt x="4978" y="2660"/>
                  <a:pt x="4843" y="2587"/>
                  <a:pt x="4700" y="2538"/>
                </a:cubicBezTo>
                <a:cubicBezTo>
                  <a:pt x="4618" y="2101"/>
                  <a:pt x="4389" y="1702"/>
                  <a:pt x="4051" y="1409"/>
                </a:cubicBezTo>
                <a:cubicBezTo>
                  <a:pt x="3700" y="1103"/>
                  <a:pt x="3253" y="931"/>
                  <a:pt x="2787" y="922"/>
                </a:cubicBezTo>
                <a:cubicBezTo>
                  <a:pt x="2784" y="922"/>
                  <a:pt x="2728" y="922"/>
                  <a:pt x="2725" y="922"/>
                </a:cubicBezTo>
                <a:cubicBezTo>
                  <a:pt x="2527" y="926"/>
                  <a:pt x="2334" y="958"/>
                  <a:pt x="2149" y="1018"/>
                </a:cubicBezTo>
                <a:cubicBezTo>
                  <a:pt x="2150" y="1002"/>
                  <a:pt x="2150" y="986"/>
                  <a:pt x="2150" y="971"/>
                </a:cubicBezTo>
                <a:cubicBezTo>
                  <a:pt x="2146" y="714"/>
                  <a:pt x="2044" y="472"/>
                  <a:pt x="1862" y="290"/>
                </a:cubicBezTo>
                <a:cubicBezTo>
                  <a:pt x="1680" y="108"/>
                  <a:pt x="1439" y="6"/>
                  <a:pt x="1182" y="3"/>
                </a:cubicBezTo>
                <a:cubicBezTo>
                  <a:pt x="956" y="0"/>
                  <a:pt x="735" y="75"/>
                  <a:pt x="559" y="216"/>
                </a:cubicBezTo>
                <a:cubicBezTo>
                  <a:pt x="386" y="354"/>
                  <a:pt x="263" y="548"/>
                  <a:pt x="214" y="763"/>
                </a:cubicBezTo>
                <a:cubicBezTo>
                  <a:pt x="176" y="927"/>
                  <a:pt x="117" y="1079"/>
                  <a:pt x="37" y="1214"/>
                </a:cubicBezTo>
                <a:lnTo>
                  <a:pt x="26" y="1232"/>
                </a:lnTo>
                <a:cubicBezTo>
                  <a:pt x="4" y="1270"/>
                  <a:pt x="0" y="1317"/>
                  <a:pt x="16" y="1358"/>
                </a:cubicBezTo>
                <a:cubicBezTo>
                  <a:pt x="32" y="1400"/>
                  <a:pt x="65" y="1432"/>
                  <a:pt x="108" y="1446"/>
                </a:cubicBezTo>
                <a:lnTo>
                  <a:pt x="279" y="1499"/>
                </a:lnTo>
                <a:lnTo>
                  <a:pt x="271" y="1691"/>
                </a:lnTo>
                <a:cubicBezTo>
                  <a:pt x="269" y="1763"/>
                  <a:pt x="295" y="1831"/>
                  <a:pt x="345" y="1883"/>
                </a:cubicBezTo>
                <a:cubicBezTo>
                  <a:pt x="395" y="1935"/>
                  <a:pt x="462" y="1964"/>
                  <a:pt x="534" y="1964"/>
                </a:cubicBezTo>
                <a:lnTo>
                  <a:pt x="593" y="1964"/>
                </a:lnTo>
                <a:lnTo>
                  <a:pt x="593" y="2162"/>
                </a:lnTo>
                <a:cubicBezTo>
                  <a:pt x="593" y="2217"/>
                  <a:pt x="638" y="2262"/>
                  <a:pt x="693" y="2262"/>
                </a:cubicBezTo>
                <a:lnTo>
                  <a:pt x="884" y="2262"/>
                </a:lnTo>
                <a:cubicBezTo>
                  <a:pt x="812" y="2469"/>
                  <a:pt x="776" y="2686"/>
                  <a:pt x="776" y="2908"/>
                </a:cubicBezTo>
                <a:cubicBezTo>
                  <a:pt x="776" y="3436"/>
                  <a:pt x="981" y="3933"/>
                  <a:pt x="1353" y="4308"/>
                </a:cubicBezTo>
                <a:cubicBezTo>
                  <a:pt x="1720" y="4677"/>
                  <a:pt x="2207" y="4885"/>
                  <a:pt x="2727" y="4894"/>
                </a:cubicBezTo>
                <a:cubicBezTo>
                  <a:pt x="2729" y="4894"/>
                  <a:pt x="2787" y="4894"/>
                  <a:pt x="2789" y="4894"/>
                </a:cubicBezTo>
                <a:cubicBezTo>
                  <a:pt x="2961" y="4891"/>
                  <a:pt x="3132" y="4865"/>
                  <a:pt x="3296" y="4818"/>
                </a:cubicBezTo>
                <a:cubicBezTo>
                  <a:pt x="3370" y="5009"/>
                  <a:pt x="3412" y="5208"/>
                  <a:pt x="3422" y="5407"/>
                </a:cubicBezTo>
                <a:lnTo>
                  <a:pt x="3424" y="5448"/>
                </a:lnTo>
                <a:cubicBezTo>
                  <a:pt x="3427" y="5501"/>
                  <a:pt x="3471" y="5543"/>
                  <a:pt x="3524" y="5543"/>
                </a:cubicBezTo>
                <a:lnTo>
                  <a:pt x="4935" y="5543"/>
                </a:lnTo>
                <a:cubicBezTo>
                  <a:pt x="4991" y="5543"/>
                  <a:pt x="5035" y="5498"/>
                  <a:pt x="5035" y="5443"/>
                </a:cubicBezTo>
                <a:lnTo>
                  <a:pt x="5035" y="5126"/>
                </a:lnTo>
                <a:lnTo>
                  <a:pt x="5157" y="5126"/>
                </a:lnTo>
                <a:cubicBezTo>
                  <a:pt x="5247" y="5126"/>
                  <a:pt x="5330" y="5090"/>
                  <a:pt x="5393" y="5026"/>
                </a:cubicBezTo>
                <a:cubicBezTo>
                  <a:pt x="5455" y="4961"/>
                  <a:pt x="5488" y="4876"/>
                  <a:pt x="5485" y="4785"/>
                </a:cubicBezTo>
                <a:lnTo>
                  <a:pt x="5472" y="4489"/>
                </a:lnTo>
                <a:lnTo>
                  <a:pt x="5740" y="4404"/>
                </a:lnTo>
                <a:cubicBezTo>
                  <a:pt x="5788" y="4389"/>
                  <a:pt x="5826" y="4353"/>
                  <a:pt x="5844" y="4306"/>
                </a:cubicBezTo>
                <a:cubicBezTo>
                  <a:pt x="5862" y="4259"/>
                  <a:pt x="5858" y="4207"/>
                  <a:pt x="5832" y="4164"/>
                </a:cubicBezTo>
                <a:close/>
                <a:moveTo>
                  <a:pt x="2663" y="1131"/>
                </a:moveTo>
                <a:lnTo>
                  <a:pt x="2663" y="2010"/>
                </a:lnTo>
                <a:cubicBezTo>
                  <a:pt x="2413" y="2002"/>
                  <a:pt x="2170" y="1965"/>
                  <a:pt x="1948" y="1901"/>
                </a:cubicBezTo>
                <a:cubicBezTo>
                  <a:pt x="2114" y="1469"/>
                  <a:pt x="2378" y="1185"/>
                  <a:pt x="2663" y="1131"/>
                </a:cubicBezTo>
                <a:close/>
                <a:moveTo>
                  <a:pt x="2107" y="1246"/>
                </a:moveTo>
                <a:cubicBezTo>
                  <a:pt x="1967" y="1399"/>
                  <a:pt x="1848" y="1601"/>
                  <a:pt x="1758" y="1837"/>
                </a:cubicBezTo>
                <a:cubicBezTo>
                  <a:pt x="1648" y="1795"/>
                  <a:pt x="1547" y="1746"/>
                  <a:pt x="1456" y="1692"/>
                </a:cubicBezTo>
                <a:cubicBezTo>
                  <a:pt x="1627" y="1508"/>
                  <a:pt x="1836" y="1359"/>
                  <a:pt x="2069" y="1261"/>
                </a:cubicBezTo>
                <a:cubicBezTo>
                  <a:pt x="2081" y="1256"/>
                  <a:pt x="2094" y="1251"/>
                  <a:pt x="2107" y="1246"/>
                </a:cubicBezTo>
                <a:close/>
                <a:moveTo>
                  <a:pt x="793" y="2062"/>
                </a:moveTo>
                <a:lnTo>
                  <a:pt x="793" y="1863"/>
                </a:lnTo>
                <a:cubicBezTo>
                  <a:pt x="793" y="1808"/>
                  <a:pt x="748" y="1763"/>
                  <a:pt x="693" y="1763"/>
                </a:cubicBezTo>
                <a:lnTo>
                  <a:pt x="534" y="1763"/>
                </a:lnTo>
                <a:cubicBezTo>
                  <a:pt x="517" y="1763"/>
                  <a:pt x="501" y="1757"/>
                  <a:pt x="489" y="1744"/>
                </a:cubicBezTo>
                <a:cubicBezTo>
                  <a:pt x="477" y="1732"/>
                  <a:pt x="470" y="1715"/>
                  <a:pt x="471" y="1699"/>
                </a:cubicBezTo>
                <a:lnTo>
                  <a:pt x="483" y="1431"/>
                </a:lnTo>
                <a:cubicBezTo>
                  <a:pt x="485" y="1386"/>
                  <a:pt x="456" y="1345"/>
                  <a:pt x="413" y="1332"/>
                </a:cubicBezTo>
                <a:lnTo>
                  <a:pt x="232" y="1275"/>
                </a:lnTo>
                <a:cubicBezTo>
                  <a:pt x="311" y="1133"/>
                  <a:pt x="370" y="976"/>
                  <a:pt x="409" y="808"/>
                </a:cubicBezTo>
                <a:cubicBezTo>
                  <a:pt x="489" y="456"/>
                  <a:pt x="808" y="203"/>
                  <a:pt x="1170" y="203"/>
                </a:cubicBezTo>
                <a:cubicBezTo>
                  <a:pt x="1173" y="203"/>
                  <a:pt x="1176" y="203"/>
                  <a:pt x="1180" y="203"/>
                </a:cubicBezTo>
                <a:cubicBezTo>
                  <a:pt x="1384" y="205"/>
                  <a:pt x="1576" y="287"/>
                  <a:pt x="1721" y="431"/>
                </a:cubicBezTo>
                <a:cubicBezTo>
                  <a:pt x="1866" y="576"/>
                  <a:pt x="1947" y="769"/>
                  <a:pt x="1950" y="973"/>
                </a:cubicBezTo>
                <a:cubicBezTo>
                  <a:pt x="1950" y="1015"/>
                  <a:pt x="1947" y="1057"/>
                  <a:pt x="1941" y="1099"/>
                </a:cubicBezTo>
                <a:cubicBezTo>
                  <a:pt x="1510" y="1295"/>
                  <a:pt x="1166" y="1634"/>
                  <a:pt x="965" y="2062"/>
                </a:cubicBezTo>
                <a:lnTo>
                  <a:pt x="793" y="2062"/>
                </a:lnTo>
                <a:close/>
                <a:moveTo>
                  <a:pt x="1121" y="2202"/>
                </a:moveTo>
                <a:cubicBezTo>
                  <a:pt x="1176" y="2076"/>
                  <a:pt x="1245" y="1957"/>
                  <a:pt x="1326" y="1847"/>
                </a:cubicBezTo>
                <a:cubicBezTo>
                  <a:pt x="1437" y="1916"/>
                  <a:pt x="1560" y="1976"/>
                  <a:pt x="1695" y="2027"/>
                </a:cubicBezTo>
                <a:cubicBezTo>
                  <a:pt x="1624" y="2269"/>
                  <a:pt x="1583" y="2536"/>
                  <a:pt x="1575" y="2808"/>
                </a:cubicBezTo>
                <a:lnTo>
                  <a:pt x="979" y="2808"/>
                </a:lnTo>
                <a:cubicBezTo>
                  <a:pt x="990" y="2598"/>
                  <a:pt x="1038" y="2395"/>
                  <a:pt x="1121" y="2202"/>
                </a:cubicBezTo>
                <a:close/>
                <a:moveTo>
                  <a:pt x="1325" y="3970"/>
                </a:moveTo>
                <a:cubicBezTo>
                  <a:pt x="1118" y="3690"/>
                  <a:pt x="998" y="3359"/>
                  <a:pt x="979" y="3008"/>
                </a:cubicBezTo>
                <a:lnTo>
                  <a:pt x="1575" y="3008"/>
                </a:lnTo>
                <a:cubicBezTo>
                  <a:pt x="1583" y="3280"/>
                  <a:pt x="1624" y="3547"/>
                  <a:pt x="1695" y="3789"/>
                </a:cubicBezTo>
                <a:cubicBezTo>
                  <a:pt x="1560" y="3840"/>
                  <a:pt x="1436" y="3901"/>
                  <a:pt x="1325" y="3970"/>
                </a:cubicBezTo>
                <a:close/>
                <a:moveTo>
                  <a:pt x="1495" y="4167"/>
                </a:moveTo>
                <a:cubicBezTo>
                  <a:pt x="1481" y="4153"/>
                  <a:pt x="1468" y="4139"/>
                  <a:pt x="1455" y="4125"/>
                </a:cubicBezTo>
                <a:cubicBezTo>
                  <a:pt x="1546" y="4070"/>
                  <a:pt x="1648" y="4021"/>
                  <a:pt x="1758" y="3979"/>
                </a:cubicBezTo>
                <a:cubicBezTo>
                  <a:pt x="1848" y="4215"/>
                  <a:pt x="1967" y="4418"/>
                  <a:pt x="2107" y="4571"/>
                </a:cubicBezTo>
                <a:cubicBezTo>
                  <a:pt x="1880" y="4481"/>
                  <a:pt x="1672" y="4345"/>
                  <a:pt x="1495" y="4167"/>
                </a:cubicBezTo>
                <a:close/>
                <a:moveTo>
                  <a:pt x="2663" y="4685"/>
                </a:moveTo>
                <a:cubicBezTo>
                  <a:pt x="2378" y="4631"/>
                  <a:pt x="2114" y="4347"/>
                  <a:pt x="1948" y="3915"/>
                </a:cubicBezTo>
                <a:cubicBezTo>
                  <a:pt x="2054" y="3884"/>
                  <a:pt x="2166" y="3860"/>
                  <a:pt x="2281" y="3842"/>
                </a:cubicBezTo>
                <a:cubicBezTo>
                  <a:pt x="2404" y="3822"/>
                  <a:pt x="2530" y="3811"/>
                  <a:pt x="2663" y="3807"/>
                </a:cubicBezTo>
                <a:lnTo>
                  <a:pt x="2663" y="4685"/>
                </a:lnTo>
                <a:close/>
                <a:moveTo>
                  <a:pt x="2663" y="3606"/>
                </a:moveTo>
                <a:cubicBezTo>
                  <a:pt x="2519" y="3611"/>
                  <a:pt x="2383" y="3623"/>
                  <a:pt x="2250" y="3644"/>
                </a:cubicBezTo>
                <a:cubicBezTo>
                  <a:pt x="2124" y="3664"/>
                  <a:pt x="2001" y="3691"/>
                  <a:pt x="1884" y="3726"/>
                </a:cubicBezTo>
                <a:cubicBezTo>
                  <a:pt x="1820" y="3503"/>
                  <a:pt x="1783" y="3258"/>
                  <a:pt x="1775" y="3008"/>
                </a:cubicBezTo>
                <a:lnTo>
                  <a:pt x="2663" y="3008"/>
                </a:lnTo>
                <a:lnTo>
                  <a:pt x="2663" y="3606"/>
                </a:lnTo>
                <a:close/>
                <a:moveTo>
                  <a:pt x="2663" y="2808"/>
                </a:moveTo>
                <a:lnTo>
                  <a:pt x="1775" y="2808"/>
                </a:lnTo>
                <a:lnTo>
                  <a:pt x="1775" y="2808"/>
                </a:lnTo>
                <a:cubicBezTo>
                  <a:pt x="1783" y="2558"/>
                  <a:pt x="1820" y="2313"/>
                  <a:pt x="1884" y="2091"/>
                </a:cubicBezTo>
                <a:cubicBezTo>
                  <a:pt x="2126" y="2161"/>
                  <a:pt x="2392" y="2202"/>
                  <a:pt x="2663" y="2210"/>
                </a:cubicBezTo>
                <a:lnTo>
                  <a:pt x="2663" y="2808"/>
                </a:lnTo>
                <a:close/>
                <a:moveTo>
                  <a:pt x="4185" y="1847"/>
                </a:moveTo>
                <a:cubicBezTo>
                  <a:pt x="4326" y="2037"/>
                  <a:pt x="4428" y="2254"/>
                  <a:pt x="4484" y="2484"/>
                </a:cubicBezTo>
                <a:cubicBezTo>
                  <a:pt x="4408" y="2471"/>
                  <a:pt x="4331" y="2466"/>
                  <a:pt x="4253" y="2467"/>
                </a:cubicBezTo>
                <a:cubicBezTo>
                  <a:pt x="4137" y="2468"/>
                  <a:pt x="4024" y="2484"/>
                  <a:pt x="3915" y="2515"/>
                </a:cubicBezTo>
                <a:cubicBezTo>
                  <a:pt x="3895" y="2345"/>
                  <a:pt x="3862" y="2182"/>
                  <a:pt x="3816" y="2027"/>
                </a:cubicBezTo>
                <a:cubicBezTo>
                  <a:pt x="3952" y="1976"/>
                  <a:pt x="4075" y="1915"/>
                  <a:pt x="4185" y="1847"/>
                </a:cubicBezTo>
                <a:close/>
                <a:moveTo>
                  <a:pt x="3920" y="1559"/>
                </a:moveTo>
                <a:cubicBezTo>
                  <a:pt x="3968" y="1601"/>
                  <a:pt x="4013" y="1645"/>
                  <a:pt x="4056" y="1691"/>
                </a:cubicBezTo>
                <a:cubicBezTo>
                  <a:pt x="3965" y="1746"/>
                  <a:pt x="3863" y="1795"/>
                  <a:pt x="3753" y="1837"/>
                </a:cubicBezTo>
                <a:cubicBezTo>
                  <a:pt x="3663" y="1602"/>
                  <a:pt x="3544" y="1400"/>
                  <a:pt x="3405" y="1247"/>
                </a:cubicBezTo>
                <a:cubicBezTo>
                  <a:pt x="3592" y="1321"/>
                  <a:pt x="3766" y="1426"/>
                  <a:pt x="3920" y="1559"/>
                </a:cubicBezTo>
                <a:close/>
                <a:moveTo>
                  <a:pt x="2863" y="1134"/>
                </a:moveTo>
                <a:cubicBezTo>
                  <a:pt x="3142" y="1195"/>
                  <a:pt x="3400" y="1476"/>
                  <a:pt x="3563" y="1901"/>
                </a:cubicBezTo>
                <a:cubicBezTo>
                  <a:pt x="3346" y="1963"/>
                  <a:pt x="3107" y="2000"/>
                  <a:pt x="2863" y="2009"/>
                </a:cubicBezTo>
                <a:lnTo>
                  <a:pt x="2863" y="1134"/>
                </a:lnTo>
                <a:close/>
                <a:moveTo>
                  <a:pt x="2863" y="2209"/>
                </a:moveTo>
                <a:cubicBezTo>
                  <a:pt x="3129" y="2200"/>
                  <a:pt x="3389" y="2160"/>
                  <a:pt x="3627" y="2091"/>
                </a:cubicBezTo>
                <a:cubicBezTo>
                  <a:pt x="3672" y="2246"/>
                  <a:pt x="3704" y="2412"/>
                  <a:pt x="3721" y="2585"/>
                </a:cubicBezTo>
                <a:cubicBezTo>
                  <a:pt x="3598" y="2641"/>
                  <a:pt x="3484" y="2716"/>
                  <a:pt x="3381" y="2808"/>
                </a:cubicBezTo>
                <a:lnTo>
                  <a:pt x="2863" y="2808"/>
                </a:lnTo>
                <a:lnTo>
                  <a:pt x="2863" y="2209"/>
                </a:lnTo>
                <a:close/>
                <a:moveTo>
                  <a:pt x="2863" y="3008"/>
                </a:moveTo>
                <a:lnTo>
                  <a:pt x="3200" y="3008"/>
                </a:lnTo>
                <a:cubicBezTo>
                  <a:pt x="3068" y="3186"/>
                  <a:pt x="2984" y="3392"/>
                  <a:pt x="2954" y="3611"/>
                </a:cubicBezTo>
                <a:cubicBezTo>
                  <a:pt x="2924" y="3609"/>
                  <a:pt x="2893" y="3608"/>
                  <a:pt x="2863" y="3607"/>
                </a:cubicBezTo>
                <a:lnTo>
                  <a:pt x="2863" y="3008"/>
                </a:lnTo>
                <a:close/>
                <a:moveTo>
                  <a:pt x="2863" y="4682"/>
                </a:moveTo>
                <a:lnTo>
                  <a:pt x="2863" y="3807"/>
                </a:lnTo>
                <a:cubicBezTo>
                  <a:pt x="2889" y="3808"/>
                  <a:pt x="2915" y="3809"/>
                  <a:pt x="2941" y="3811"/>
                </a:cubicBezTo>
                <a:cubicBezTo>
                  <a:pt x="2944" y="4050"/>
                  <a:pt x="3010" y="4282"/>
                  <a:pt x="3134" y="4486"/>
                </a:cubicBezTo>
                <a:cubicBezTo>
                  <a:pt x="3142" y="4500"/>
                  <a:pt x="3151" y="4515"/>
                  <a:pt x="3159" y="4529"/>
                </a:cubicBezTo>
                <a:cubicBezTo>
                  <a:pt x="3065" y="4608"/>
                  <a:pt x="2965" y="4660"/>
                  <a:pt x="2863" y="4682"/>
                </a:cubicBezTo>
                <a:close/>
                <a:moveTo>
                  <a:pt x="5339" y="4321"/>
                </a:moveTo>
                <a:cubicBezTo>
                  <a:pt x="5295" y="4334"/>
                  <a:pt x="5267" y="4375"/>
                  <a:pt x="5269" y="4421"/>
                </a:cubicBezTo>
                <a:lnTo>
                  <a:pt x="5285" y="4793"/>
                </a:lnTo>
                <a:cubicBezTo>
                  <a:pt x="5286" y="4828"/>
                  <a:pt x="5274" y="4861"/>
                  <a:pt x="5249" y="4886"/>
                </a:cubicBezTo>
                <a:cubicBezTo>
                  <a:pt x="5225" y="4912"/>
                  <a:pt x="5192" y="4926"/>
                  <a:pt x="5157" y="4926"/>
                </a:cubicBezTo>
                <a:lnTo>
                  <a:pt x="4935" y="4926"/>
                </a:lnTo>
                <a:cubicBezTo>
                  <a:pt x="4880" y="4926"/>
                  <a:pt x="4835" y="4970"/>
                  <a:pt x="4835" y="5026"/>
                </a:cubicBezTo>
                <a:lnTo>
                  <a:pt x="4835" y="5343"/>
                </a:lnTo>
                <a:lnTo>
                  <a:pt x="3619" y="5343"/>
                </a:lnTo>
                <a:cubicBezTo>
                  <a:pt x="3593" y="5010"/>
                  <a:pt x="3485" y="4678"/>
                  <a:pt x="3304" y="4382"/>
                </a:cubicBezTo>
                <a:cubicBezTo>
                  <a:pt x="3195" y="4202"/>
                  <a:pt x="3138" y="3994"/>
                  <a:pt x="3141" y="3782"/>
                </a:cubicBezTo>
                <a:cubicBezTo>
                  <a:pt x="3145" y="3486"/>
                  <a:pt x="3262" y="3208"/>
                  <a:pt x="3472" y="2998"/>
                </a:cubicBezTo>
                <a:cubicBezTo>
                  <a:pt x="3682" y="2788"/>
                  <a:pt x="3960" y="2670"/>
                  <a:pt x="4255" y="2667"/>
                </a:cubicBezTo>
                <a:cubicBezTo>
                  <a:pt x="4515" y="2663"/>
                  <a:pt x="4771" y="2750"/>
                  <a:pt x="4973" y="2912"/>
                </a:cubicBezTo>
                <a:cubicBezTo>
                  <a:pt x="5173" y="3071"/>
                  <a:pt x="5314" y="3295"/>
                  <a:pt x="5371" y="3542"/>
                </a:cubicBezTo>
                <a:cubicBezTo>
                  <a:pt x="5428" y="3790"/>
                  <a:pt x="5518" y="4020"/>
                  <a:pt x="5637" y="4227"/>
                </a:cubicBezTo>
                <a:lnTo>
                  <a:pt x="5339" y="4321"/>
                </a:ln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20" name="worldwide_161209">
            <a:extLst>
              <a:ext uri="{FF2B5EF4-FFF2-40B4-BE49-F238E27FC236}">
                <a16:creationId xmlns:a16="http://schemas.microsoft.com/office/drawing/2014/main" id="{4EDBE3EB-AD14-4600-9E05-DCC085060C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6741372" y="2797751"/>
            <a:ext cx="812913" cy="811608"/>
          </a:xfrm>
          <a:custGeom>
            <a:avLst/>
            <a:gdLst>
              <a:gd name="connsiteX0" fmla="*/ 303539 w 606027"/>
              <a:gd name="connsiteY0" fmla="*/ 492418 h 605054"/>
              <a:gd name="connsiteX1" fmla="*/ 313658 w 606027"/>
              <a:gd name="connsiteY1" fmla="*/ 502521 h 605054"/>
              <a:gd name="connsiteX2" fmla="*/ 313658 w 606027"/>
              <a:gd name="connsiteY2" fmla="*/ 569718 h 605054"/>
              <a:gd name="connsiteX3" fmla="*/ 326840 w 606027"/>
              <a:gd name="connsiteY3" fmla="*/ 556649 h 605054"/>
              <a:gd name="connsiteX4" fmla="*/ 341507 w 606027"/>
              <a:gd name="connsiteY4" fmla="*/ 556649 h 605054"/>
              <a:gd name="connsiteX5" fmla="*/ 341414 w 606027"/>
              <a:gd name="connsiteY5" fmla="*/ 571201 h 605054"/>
              <a:gd name="connsiteX6" fmla="*/ 310223 w 606027"/>
              <a:gd name="connsiteY6" fmla="*/ 602343 h 605054"/>
              <a:gd name="connsiteX7" fmla="*/ 297226 w 606027"/>
              <a:gd name="connsiteY7" fmla="*/ 602343 h 605054"/>
              <a:gd name="connsiteX8" fmla="*/ 266035 w 606027"/>
              <a:gd name="connsiteY8" fmla="*/ 571201 h 605054"/>
              <a:gd name="connsiteX9" fmla="*/ 263064 w 606027"/>
              <a:gd name="connsiteY9" fmla="*/ 560357 h 605054"/>
              <a:gd name="connsiteX10" fmla="*/ 279867 w 606027"/>
              <a:gd name="connsiteY10" fmla="*/ 556278 h 605054"/>
              <a:gd name="connsiteX11" fmla="*/ 293420 w 606027"/>
              <a:gd name="connsiteY11" fmla="*/ 569718 h 605054"/>
              <a:gd name="connsiteX12" fmla="*/ 293420 w 606027"/>
              <a:gd name="connsiteY12" fmla="*/ 502521 h 605054"/>
              <a:gd name="connsiteX13" fmla="*/ 303539 w 606027"/>
              <a:gd name="connsiteY13" fmla="*/ 492418 h 605054"/>
              <a:gd name="connsiteX14" fmla="*/ 154600 w 606027"/>
              <a:gd name="connsiteY14" fmla="*/ 437152 h 605054"/>
              <a:gd name="connsiteX15" fmla="*/ 168810 w 606027"/>
              <a:gd name="connsiteY15" fmla="*/ 437245 h 605054"/>
              <a:gd name="connsiteX16" fmla="*/ 168810 w 606027"/>
              <a:gd name="connsiteY16" fmla="*/ 451428 h 605054"/>
              <a:gd name="connsiteX17" fmla="*/ 121166 w 606027"/>
              <a:gd name="connsiteY17" fmla="*/ 499077 h 605054"/>
              <a:gd name="connsiteX18" fmla="*/ 139740 w 606027"/>
              <a:gd name="connsiteY18" fmla="*/ 499077 h 605054"/>
              <a:gd name="connsiteX19" fmla="*/ 150142 w 606027"/>
              <a:gd name="connsiteY19" fmla="*/ 509552 h 605054"/>
              <a:gd name="connsiteX20" fmla="*/ 139740 w 606027"/>
              <a:gd name="connsiteY20" fmla="*/ 519657 h 605054"/>
              <a:gd name="connsiteX21" fmla="*/ 95626 w 606027"/>
              <a:gd name="connsiteY21" fmla="*/ 519657 h 605054"/>
              <a:gd name="connsiteX22" fmla="*/ 86524 w 606027"/>
              <a:gd name="connsiteY22" fmla="*/ 510572 h 605054"/>
              <a:gd name="connsiteX23" fmla="*/ 86524 w 606027"/>
              <a:gd name="connsiteY23" fmla="*/ 466446 h 605054"/>
              <a:gd name="connsiteX24" fmla="*/ 92096 w 606027"/>
              <a:gd name="connsiteY24" fmla="*/ 456619 h 605054"/>
              <a:gd name="connsiteX25" fmla="*/ 106956 w 606027"/>
              <a:gd name="connsiteY25" fmla="*/ 465704 h 605054"/>
              <a:gd name="connsiteX26" fmla="*/ 106956 w 606027"/>
              <a:gd name="connsiteY26" fmla="*/ 484708 h 605054"/>
              <a:gd name="connsiteX27" fmla="*/ 437863 w 606027"/>
              <a:gd name="connsiteY27" fmla="*/ 436447 h 605054"/>
              <a:gd name="connsiteX28" fmla="*/ 452069 w 606027"/>
              <a:gd name="connsiteY28" fmla="*/ 436447 h 605054"/>
              <a:gd name="connsiteX29" fmla="*/ 499703 w 606027"/>
              <a:gd name="connsiteY29" fmla="*/ 484013 h 605054"/>
              <a:gd name="connsiteX30" fmla="*/ 499703 w 606027"/>
              <a:gd name="connsiteY30" fmla="*/ 465469 h 605054"/>
              <a:gd name="connsiteX31" fmla="*/ 510288 w 606027"/>
              <a:gd name="connsiteY31" fmla="*/ 455084 h 605054"/>
              <a:gd name="connsiteX32" fmla="*/ 520502 w 606027"/>
              <a:gd name="connsiteY32" fmla="*/ 465469 h 605054"/>
              <a:gd name="connsiteX33" fmla="*/ 520502 w 606027"/>
              <a:gd name="connsiteY33" fmla="*/ 509511 h 605054"/>
              <a:gd name="connsiteX34" fmla="*/ 511402 w 606027"/>
              <a:gd name="connsiteY34" fmla="*/ 518598 h 605054"/>
              <a:gd name="connsiteX35" fmla="*/ 467204 w 606027"/>
              <a:gd name="connsiteY35" fmla="*/ 518598 h 605054"/>
              <a:gd name="connsiteX36" fmla="*/ 457362 w 606027"/>
              <a:gd name="connsiteY36" fmla="*/ 513035 h 605054"/>
              <a:gd name="connsiteX37" fmla="*/ 466461 w 606027"/>
              <a:gd name="connsiteY37" fmla="*/ 498199 h 605054"/>
              <a:gd name="connsiteX38" fmla="*/ 485496 w 606027"/>
              <a:gd name="connsiteY38" fmla="*/ 498199 h 605054"/>
              <a:gd name="connsiteX39" fmla="*/ 437863 w 606027"/>
              <a:gd name="connsiteY39" fmla="*/ 450633 h 605054"/>
              <a:gd name="connsiteX40" fmla="*/ 437863 w 606027"/>
              <a:gd name="connsiteY40" fmla="*/ 436447 h 605054"/>
              <a:gd name="connsiteX41" fmla="*/ 313180 w 606027"/>
              <a:gd name="connsiteY41" fmla="*/ 382407 h 605054"/>
              <a:gd name="connsiteX42" fmla="*/ 364693 w 606027"/>
              <a:gd name="connsiteY42" fmla="*/ 382407 h 605054"/>
              <a:gd name="connsiteX43" fmla="*/ 313180 w 606027"/>
              <a:gd name="connsiteY43" fmla="*/ 459253 h 605054"/>
              <a:gd name="connsiteX44" fmla="*/ 241415 w 606027"/>
              <a:gd name="connsiteY44" fmla="*/ 382407 h 605054"/>
              <a:gd name="connsiteX45" fmla="*/ 292857 w 606027"/>
              <a:gd name="connsiteY45" fmla="*/ 382407 h 605054"/>
              <a:gd name="connsiteX46" fmla="*/ 292857 w 606027"/>
              <a:gd name="connsiteY46" fmla="*/ 459253 h 605054"/>
              <a:gd name="connsiteX47" fmla="*/ 241415 w 606027"/>
              <a:gd name="connsiteY47" fmla="*/ 382407 h 605054"/>
              <a:gd name="connsiteX48" fmla="*/ 385867 w 606027"/>
              <a:gd name="connsiteY48" fmla="*/ 381913 h 605054"/>
              <a:gd name="connsiteX49" fmla="*/ 451770 w 606027"/>
              <a:gd name="connsiteY49" fmla="*/ 381913 h 605054"/>
              <a:gd name="connsiteX50" fmla="*/ 339642 w 606027"/>
              <a:gd name="connsiteY50" fmla="*/ 466944 h 605054"/>
              <a:gd name="connsiteX51" fmla="*/ 385867 w 606027"/>
              <a:gd name="connsiteY51" fmla="*/ 381913 h 605054"/>
              <a:gd name="connsiteX52" fmla="*/ 154197 w 606027"/>
              <a:gd name="connsiteY52" fmla="*/ 381913 h 605054"/>
              <a:gd name="connsiteX53" fmla="*/ 220235 w 606027"/>
              <a:gd name="connsiteY53" fmla="*/ 381913 h 605054"/>
              <a:gd name="connsiteX54" fmla="*/ 266396 w 606027"/>
              <a:gd name="connsiteY54" fmla="*/ 466944 h 605054"/>
              <a:gd name="connsiteX55" fmla="*/ 154197 w 606027"/>
              <a:gd name="connsiteY55" fmla="*/ 381913 h 605054"/>
              <a:gd name="connsiteX56" fmla="*/ 134579 w 606027"/>
              <a:gd name="connsiteY56" fmla="*/ 313182 h 605054"/>
              <a:gd name="connsiteX57" fmla="*/ 210690 w 606027"/>
              <a:gd name="connsiteY57" fmla="*/ 313182 h 605054"/>
              <a:gd name="connsiteX58" fmla="*/ 215517 w 606027"/>
              <a:gd name="connsiteY58" fmla="*/ 361731 h 605054"/>
              <a:gd name="connsiteX59" fmla="*/ 144696 w 606027"/>
              <a:gd name="connsiteY59" fmla="*/ 361731 h 605054"/>
              <a:gd name="connsiteX60" fmla="*/ 134579 w 606027"/>
              <a:gd name="connsiteY60" fmla="*/ 313182 h 605054"/>
              <a:gd name="connsiteX61" fmla="*/ 394992 w 606027"/>
              <a:gd name="connsiteY61" fmla="*/ 313041 h 605054"/>
              <a:gd name="connsiteX62" fmla="*/ 471458 w 606027"/>
              <a:gd name="connsiteY62" fmla="*/ 313041 h 605054"/>
              <a:gd name="connsiteX63" fmla="*/ 461343 w 606027"/>
              <a:gd name="connsiteY63" fmla="*/ 361661 h 605054"/>
              <a:gd name="connsiteX64" fmla="*/ 390167 w 606027"/>
              <a:gd name="connsiteY64" fmla="*/ 361661 h 605054"/>
              <a:gd name="connsiteX65" fmla="*/ 394992 w 606027"/>
              <a:gd name="connsiteY65" fmla="*/ 313041 h 605054"/>
              <a:gd name="connsiteX66" fmla="*/ 313110 w 606027"/>
              <a:gd name="connsiteY66" fmla="*/ 312688 h 605054"/>
              <a:gd name="connsiteX67" fmla="*/ 374714 w 606027"/>
              <a:gd name="connsiteY67" fmla="*/ 312688 h 605054"/>
              <a:gd name="connsiteX68" fmla="*/ 368869 w 606027"/>
              <a:gd name="connsiteY68" fmla="*/ 361237 h 605054"/>
              <a:gd name="connsiteX69" fmla="*/ 313110 w 606027"/>
              <a:gd name="connsiteY69" fmla="*/ 361237 h 605054"/>
              <a:gd name="connsiteX70" fmla="*/ 231183 w 606027"/>
              <a:gd name="connsiteY70" fmla="*/ 312618 h 605054"/>
              <a:gd name="connsiteX71" fmla="*/ 292363 w 606027"/>
              <a:gd name="connsiteY71" fmla="*/ 312618 h 605054"/>
              <a:gd name="connsiteX72" fmla="*/ 292363 w 606027"/>
              <a:gd name="connsiteY72" fmla="*/ 361167 h 605054"/>
              <a:gd name="connsiteX73" fmla="*/ 236568 w 606027"/>
              <a:gd name="connsiteY73" fmla="*/ 361167 h 605054"/>
              <a:gd name="connsiteX74" fmla="*/ 231183 w 606027"/>
              <a:gd name="connsiteY74" fmla="*/ 312618 h 605054"/>
              <a:gd name="connsiteX75" fmla="*/ 557563 w 606027"/>
              <a:gd name="connsiteY75" fmla="*/ 264103 h 605054"/>
              <a:gd name="connsiteX76" fmla="*/ 572136 w 606027"/>
              <a:gd name="connsiteY76" fmla="*/ 264196 h 605054"/>
              <a:gd name="connsiteX77" fmla="*/ 603324 w 606027"/>
              <a:gd name="connsiteY77" fmla="*/ 295345 h 605054"/>
              <a:gd name="connsiteX78" fmla="*/ 603231 w 606027"/>
              <a:gd name="connsiteY78" fmla="*/ 308509 h 605054"/>
              <a:gd name="connsiteX79" fmla="*/ 572043 w 606027"/>
              <a:gd name="connsiteY79" fmla="*/ 339658 h 605054"/>
              <a:gd name="connsiteX80" fmla="*/ 561183 w 606027"/>
              <a:gd name="connsiteY80" fmla="*/ 342625 h 605054"/>
              <a:gd name="connsiteX81" fmla="*/ 557099 w 606027"/>
              <a:gd name="connsiteY81" fmla="*/ 325752 h 605054"/>
              <a:gd name="connsiteX82" fmla="*/ 570558 w 606027"/>
              <a:gd name="connsiteY82" fmla="*/ 312310 h 605054"/>
              <a:gd name="connsiteX83" fmla="*/ 503262 w 606027"/>
              <a:gd name="connsiteY83" fmla="*/ 312310 h 605054"/>
              <a:gd name="connsiteX84" fmla="*/ 493052 w 606027"/>
              <a:gd name="connsiteY84" fmla="*/ 302205 h 605054"/>
              <a:gd name="connsiteX85" fmla="*/ 503262 w 606027"/>
              <a:gd name="connsiteY85" fmla="*/ 292008 h 605054"/>
              <a:gd name="connsiteX86" fmla="*/ 570558 w 606027"/>
              <a:gd name="connsiteY86" fmla="*/ 292008 h 605054"/>
              <a:gd name="connsiteX87" fmla="*/ 557470 w 606027"/>
              <a:gd name="connsiteY87" fmla="*/ 278936 h 605054"/>
              <a:gd name="connsiteX88" fmla="*/ 557563 w 606027"/>
              <a:gd name="connsiteY88" fmla="*/ 264103 h 605054"/>
              <a:gd name="connsiteX89" fmla="*/ 44771 w 606027"/>
              <a:gd name="connsiteY89" fmla="*/ 262641 h 605054"/>
              <a:gd name="connsiteX90" fmla="*/ 48856 w 606027"/>
              <a:gd name="connsiteY90" fmla="*/ 279415 h 605054"/>
              <a:gd name="connsiteX91" fmla="*/ 35394 w 606027"/>
              <a:gd name="connsiteY91" fmla="*/ 292946 h 605054"/>
              <a:gd name="connsiteX92" fmla="*/ 102704 w 606027"/>
              <a:gd name="connsiteY92" fmla="*/ 292946 h 605054"/>
              <a:gd name="connsiteX93" fmla="*/ 112916 w 606027"/>
              <a:gd name="connsiteY93" fmla="*/ 303048 h 605054"/>
              <a:gd name="connsiteX94" fmla="*/ 102704 w 606027"/>
              <a:gd name="connsiteY94" fmla="*/ 313149 h 605054"/>
              <a:gd name="connsiteX95" fmla="*/ 35394 w 606027"/>
              <a:gd name="connsiteY95" fmla="*/ 313149 h 605054"/>
              <a:gd name="connsiteX96" fmla="*/ 48671 w 606027"/>
              <a:gd name="connsiteY96" fmla="*/ 326124 h 605054"/>
              <a:gd name="connsiteX97" fmla="*/ 48485 w 606027"/>
              <a:gd name="connsiteY97" fmla="*/ 340952 h 605054"/>
              <a:gd name="connsiteX98" fmla="*/ 33909 w 606027"/>
              <a:gd name="connsiteY98" fmla="*/ 340859 h 605054"/>
              <a:gd name="connsiteX99" fmla="*/ 2715 w 606027"/>
              <a:gd name="connsiteY99" fmla="*/ 309720 h 605054"/>
              <a:gd name="connsiteX100" fmla="*/ 2715 w 606027"/>
              <a:gd name="connsiteY100" fmla="*/ 296746 h 605054"/>
              <a:gd name="connsiteX101" fmla="*/ 33909 w 606027"/>
              <a:gd name="connsiteY101" fmla="*/ 265607 h 605054"/>
              <a:gd name="connsiteX102" fmla="*/ 44771 w 606027"/>
              <a:gd name="connsiteY102" fmla="*/ 262641 h 605054"/>
              <a:gd name="connsiteX103" fmla="*/ 390167 w 606027"/>
              <a:gd name="connsiteY103" fmla="*/ 244028 h 605054"/>
              <a:gd name="connsiteX104" fmla="*/ 461343 w 606027"/>
              <a:gd name="connsiteY104" fmla="*/ 244028 h 605054"/>
              <a:gd name="connsiteX105" fmla="*/ 471458 w 606027"/>
              <a:gd name="connsiteY105" fmla="*/ 292577 h 605054"/>
              <a:gd name="connsiteX106" fmla="*/ 394992 w 606027"/>
              <a:gd name="connsiteY106" fmla="*/ 292577 h 605054"/>
              <a:gd name="connsiteX107" fmla="*/ 390167 w 606027"/>
              <a:gd name="connsiteY107" fmla="*/ 244028 h 605054"/>
              <a:gd name="connsiteX108" fmla="*/ 144694 w 606027"/>
              <a:gd name="connsiteY108" fmla="*/ 243464 h 605054"/>
              <a:gd name="connsiteX109" fmla="*/ 215870 w 606027"/>
              <a:gd name="connsiteY109" fmla="*/ 243464 h 605054"/>
              <a:gd name="connsiteX110" fmla="*/ 211045 w 606027"/>
              <a:gd name="connsiteY110" fmla="*/ 292013 h 605054"/>
              <a:gd name="connsiteX111" fmla="*/ 134579 w 606027"/>
              <a:gd name="connsiteY111" fmla="*/ 292013 h 605054"/>
              <a:gd name="connsiteX112" fmla="*/ 144694 w 606027"/>
              <a:gd name="connsiteY112" fmla="*/ 243464 h 605054"/>
              <a:gd name="connsiteX113" fmla="*/ 313180 w 606027"/>
              <a:gd name="connsiteY113" fmla="*/ 243323 h 605054"/>
              <a:gd name="connsiteX114" fmla="*/ 369532 w 606027"/>
              <a:gd name="connsiteY114" fmla="*/ 243323 h 605054"/>
              <a:gd name="connsiteX115" fmla="*/ 374360 w 606027"/>
              <a:gd name="connsiteY115" fmla="*/ 291943 h 605054"/>
              <a:gd name="connsiteX116" fmla="*/ 313180 w 606027"/>
              <a:gd name="connsiteY116" fmla="*/ 291943 h 605054"/>
              <a:gd name="connsiteX117" fmla="*/ 236689 w 606027"/>
              <a:gd name="connsiteY117" fmla="*/ 243323 h 605054"/>
              <a:gd name="connsiteX118" fmla="*/ 292505 w 606027"/>
              <a:gd name="connsiteY118" fmla="*/ 243323 h 605054"/>
              <a:gd name="connsiteX119" fmla="*/ 292505 w 606027"/>
              <a:gd name="connsiteY119" fmla="*/ 291943 h 605054"/>
              <a:gd name="connsiteX120" fmla="*/ 231395 w 606027"/>
              <a:gd name="connsiteY120" fmla="*/ 291943 h 605054"/>
              <a:gd name="connsiteX121" fmla="*/ 236689 w 606027"/>
              <a:gd name="connsiteY121" fmla="*/ 243323 h 605054"/>
              <a:gd name="connsiteX122" fmla="*/ 313180 w 606027"/>
              <a:gd name="connsiteY122" fmla="*/ 145801 h 605054"/>
              <a:gd name="connsiteX123" fmla="*/ 364693 w 606027"/>
              <a:gd name="connsiteY123" fmla="*/ 222647 h 605054"/>
              <a:gd name="connsiteX124" fmla="*/ 313180 w 606027"/>
              <a:gd name="connsiteY124" fmla="*/ 222647 h 605054"/>
              <a:gd name="connsiteX125" fmla="*/ 292857 w 606027"/>
              <a:gd name="connsiteY125" fmla="*/ 145801 h 605054"/>
              <a:gd name="connsiteX126" fmla="*/ 292857 w 606027"/>
              <a:gd name="connsiteY126" fmla="*/ 222647 h 605054"/>
              <a:gd name="connsiteX127" fmla="*/ 241415 w 606027"/>
              <a:gd name="connsiteY127" fmla="*/ 222647 h 605054"/>
              <a:gd name="connsiteX128" fmla="*/ 292857 w 606027"/>
              <a:gd name="connsiteY128" fmla="*/ 145801 h 605054"/>
              <a:gd name="connsiteX129" fmla="*/ 340207 w 606027"/>
              <a:gd name="connsiteY129" fmla="*/ 138110 h 605054"/>
              <a:gd name="connsiteX130" fmla="*/ 451771 w 606027"/>
              <a:gd name="connsiteY130" fmla="*/ 223212 h 605054"/>
              <a:gd name="connsiteX131" fmla="*/ 385872 w 606027"/>
              <a:gd name="connsiteY131" fmla="*/ 223212 h 605054"/>
              <a:gd name="connsiteX132" fmla="*/ 340207 w 606027"/>
              <a:gd name="connsiteY132" fmla="*/ 138110 h 605054"/>
              <a:gd name="connsiteX133" fmla="*/ 266396 w 606027"/>
              <a:gd name="connsiteY133" fmla="*/ 138110 h 605054"/>
              <a:gd name="connsiteX134" fmla="*/ 220235 w 606027"/>
              <a:gd name="connsiteY134" fmla="*/ 223212 h 605054"/>
              <a:gd name="connsiteX135" fmla="*/ 154197 w 606027"/>
              <a:gd name="connsiteY135" fmla="*/ 223212 h 605054"/>
              <a:gd name="connsiteX136" fmla="*/ 266396 w 606027"/>
              <a:gd name="connsiteY136" fmla="*/ 138110 h 605054"/>
              <a:gd name="connsiteX137" fmla="*/ 94727 w 606027"/>
              <a:gd name="connsiteY137" fmla="*/ 86526 h 605054"/>
              <a:gd name="connsiteX138" fmla="*/ 138914 w 606027"/>
              <a:gd name="connsiteY138" fmla="*/ 86526 h 605054"/>
              <a:gd name="connsiteX139" fmla="*/ 148661 w 606027"/>
              <a:gd name="connsiteY139" fmla="*/ 92088 h 605054"/>
              <a:gd name="connsiteX140" fmla="*/ 139656 w 606027"/>
              <a:gd name="connsiteY140" fmla="*/ 106919 h 605054"/>
              <a:gd name="connsiteX141" fmla="*/ 120533 w 606027"/>
              <a:gd name="connsiteY141" fmla="*/ 106919 h 605054"/>
              <a:gd name="connsiteX142" fmla="*/ 168248 w 606027"/>
              <a:gd name="connsiteY142" fmla="*/ 154473 h 605054"/>
              <a:gd name="connsiteX143" fmla="*/ 168248 w 606027"/>
              <a:gd name="connsiteY143" fmla="*/ 168748 h 605054"/>
              <a:gd name="connsiteX144" fmla="*/ 153952 w 606027"/>
              <a:gd name="connsiteY144" fmla="*/ 168748 h 605054"/>
              <a:gd name="connsiteX145" fmla="*/ 106331 w 606027"/>
              <a:gd name="connsiteY145" fmla="*/ 121102 h 605054"/>
              <a:gd name="connsiteX146" fmla="*/ 106331 w 606027"/>
              <a:gd name="connsiteY146" fmla="*/ 139641 h 605054"/>
              <a:gd name="connsiteX147" fmla="*/ 95841 w 606027"/>
              <a:gd name="connsiteY147" fmla="*/ 150024 h 605054"/>
              <a:gd name="connsiteX148" fmla="*/ 85537 w 606027"/>
              <a:gd name="connsiteY148" fmla="*/ 139641 h 605054"/>
              <a:gd name="connsiteX149" fmla="*/ 85537 w 606027"/>
              <a:gd name="connsiteY149" fmla="*/ 95703 h 605054"/>
              <a:gd name="connsiteX150" fmla="*/ 94727 w 606027"/>
              <a:gd name="connsiteY150" fmla="*/ 86526 h 605054"/>
              <a:gd name="connsiteX151" fmla="*/ 466289 w 606027"/>
              <a:gd name="connsiteY151" fmla="*/ 85397 h 605054"/>
              <a:gd name="connsiteX152" fmla="*/ 510393 w 606027"/>
              <a:gd name="connsiteY152" fmla="*/ 85397 h 605054"/>
              <a:gd name="connsiteX153" fmla="*/ 519585 w 606027"/>
              <a:gd name="connsiteY153" fmla="*/ 94572 h 605054"/>
              <a:gd name="connsiteX154" fmla="*/ 519585 w 606027"/>
              <a:gd name="connsiteY154" fmla="*/ 138687 h 605054"/>
              <a:gd name="connsiteX155" fmla="*/ 514014 w 606027"/>
              <a:gd name="connsiteY155" fmla="*/ 148418 h 605054"/>
              <a:gd name="connsiteX156" fmla="*/ 499158 w 606027"/>
              <a:gd name="connsiteY156" fmla="*/ 139428 h 605054"/>
              <a:gd name="connsiteX157" fmla="*/ 499158 w 606027"/>
              <a:gd name="connsiteY157" fmla="*/ 120337 h 605054"/>
              <a:gd name="connsiteX158" fmla="*/ 451433 w 606027"/>
              <a:gd name="connsiteY158" fmla="*/ 167973 h 605054"/>
              <a:gd name="connsiteX159" fmla="*/ 437227 w 606027"/>
              <a:gd name="connsiteY159" fmla="*/ 167788 h 605054"/>
              <a:gd name="connsiteX160" fmla="*/ 437227 w 606027"/>
              <a:gd name="connsiteY160" fmla="*/ 153608 h 605054"/>
              <a:gd name="connsiteX161" fmla="*/ 484859 w 606027"/>
              <a:gd name="connsiteY161" fmla="*/ 106064 h 605054"/>
              <a:gd name="connsiteX162" fmla="*/ 466289 w 606027"/>
              <a:gd name="connsiteY162" fmla="*/ 106064 h 605054"/>
              <a:gd name="connsiteX163" fmla="*/ 455890 w 606027"/>
              <a:gd name="connsiteY163" fmla="*/ 95499 h 605054"/>
              <a:gd name="connsiteX164" fmla="*/ 466289 w 606027"/>
              <a:gd name="connsiteY164" fmla="*/ 85397 h 605054"/>
              <a:gd name="connsiteX165" fmla="*/ 295815 w 606027"/>
              <a:gd name="connsiteY165" fmla="*/ 2710 h 605054"/>
              <a:gd name="connsiteX166" fmla="*/ 308812 w 606027"/>
              <a:gd name="connsiteY166" fmla="*/ 2710 h 605054"/>
              <a:gd name="connsiteX167" fmla="*/ 340003 w 606027"/>
              <a:gd name="connsiteY167" fmla="*/ 33846 h 605054"/>
              <a:gd name="connsiteX168" fmla="*/ 342974 w 606027"/>
              <a:gd name="connsiteY168" fmla="*/ 44688 h 605054"/>
              <a:gd name="connsiteX169" fmla="*/ 326171 w 606027"/>
              <a:gd name="connsiteY169" fmla="*/ 48766 h 605054"/>
              <a:gd name="connsiteX170" fmla="*/ 312711 w 606027"/>
              <a:gd name="connsiteY170" fmla="*/ 35329 h 605054"/>
              <a:gd name="connsiteX171" fmla="*/ 312711 w 606027"/>
              <a:gd name="connsiteY171" fmla="*/ 102513 h 605054"/>
              <a:gd name="connsiteX172" fmla="*/ 302499 w 606027"/>
              <a:gd name="connsiteY172" fmla="*/ 112706 h 605054"/>
              <a:gd name="connsiteX173" fmla="*/ 292380 w 606027"/>
              <a:gd name="connsiteY173" fmla="*/ 102513 h 605054"/>
              <a:gd name="connsiteX174" fmla="*/ 292380 w 606027"/>
              <a:gd name="connsiteY174" fmla="*/ 35329 h 605054"/>
              <a:gd name="connsiteX175" fmla="*/ 279291 w 606027"/>
              <a:gd name="connsiteY175" fmla="*/ 48395 h 605054"/>
              <a:gd name="connsiteX176" fmla="*/ 264531 w 606027"/>
              <a:gd name="connsiteY176" fmla="*/ 48395 h 605054"/>
              <a:gd name="connsiteX177" fmla="*/ 264624 w 606027"/>
              <a:gd name="connsiteY177" fmla="*/ 33846 h 605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6027" h="605054">
                <a:moveTo>
                  <a:pt x="303539" y="492418"/>
                </a:moveTo>
                <a:cubicBezTo>
                  <a:pt x="308830" y="492418"/>
                  <a:pt x="313658" y="496682"/>
                  <a:pt x="313658" y="502521"/>
                </a:cubicBezTo>
                <a:lnTo>
                  <a:pt x="313658" y="569718"/>
                </a:lnTo>
                <a:lnTo>
                  <a:pt x="326840" y="556649"/>
                </a:lnTo>
                <a:cubicBezTo>
                  <a:pt x="330924" y="552571"/>
                  <a:pt x="337423" y="552571"/>
                  <a:pt x="341507" y="556649"/>
                </a:cubicBezTo>
                <a:cubicBezTo>
                  <a:pt x="345499" y="560727"/>
                  <a:pt x="345406" y="567308"/>
                  <a:pt x="341414" y="571201"/>
                </a:cubicBezTo>
                <a:lnTo>
                  <a:pt x="310223" y="602343"/>
                </a:lnTo>
                <a:cubicBezTo>
                  <a:pt x="306602" y="605958"/>
                  <a:pt x="300847" y="605958"/>
                  <a:pt x="297226" y="602343"/>
                </a:cubicBezTo>
                <a:lnTo>
                  <a:pt x="266035" y="571201"/>
                </a:lnTo>
                <a:cubicBezTo>
                  <a:pt x="263157" y="568420"/>
                  <a:pt x="261950" y="564157"/>
                  <a:pt x="263064" y="560357"/>
                </a:cubicBezTo>
                <a:cubicBezTo>
                  <a:pt x="265292" y="552664"/>
                  <a:pt x="274947" y="551366"/>
                  <a:pt x="279867" y="556278"/>
                </a:cubicBezTo>
                <a:lnTo>
                  <a:pt x="293420" y="569718"/>
                </a:lnTo>
                <a:lnTo>
                  <a:pt x="293420" y="502521"/>
                </a:lnTo>
                <a:cubicBezTo>
                  <a:pt x="293420" y="497238"/>
                  <a:pt x="297690" y="492418"/>
                  <a:pt x="303539" y="492418"/>
                </a:cubicBezTo>
                <a:close/>
                <a:moveTo>
                  <a:pt x="154600" y="437152"/>
                </a:moveTo>
                <a:cubicBezTo>
                  <a:pt x="158408" y="433258"/>
                  <a:pt x="164909" y="433073"/>
                  <a:pt x="168810" y="437245"/>
                </a:cubicBezTo>
                <a:cubicBezTo>
                  <a:pt x="172525" y="440953"/>
                  <a:pt x="172896" y="447349"/>
                  <a:pt x="168810" y="451428"/>
                </a:cubicBezTo>
                <a:lnTo>
                  <a:pt x="121166" y="499077"/>
                </a:lnTo>
                <a:lnTo>
                  <a:pt x="139740" y="499077"/>
                </a:lnTo>
                <a:cubicBezTo>
                  <a:pt x="145591" y="499077"/>
                  <a:pt x="150235" y="503712"/>
                  <a:pt x="150142" y="509552"/>
                </a:cubicBezTo>
                <a:cubicBezTo>
                  <a:pt x="150049" y="515115"/>
                  <a:pt x="145406" y="519657"/>
                  <a:pt x="139740" y="519657"/>
                </a:cubicBezTo>
                <a:lnTo>
                  <a:pt x="95626" y="519657"/>
                </a:lnTo>
                <a:cubicBezTo>
                  <a:pt x="90610" y="519657"/>
                  <a:pt x="86524" y="515578"/>
                  <a:pt x="86524" y="510572"/>
                </a:cubicBezTo>
                <a:lnTo>
                  <a:pt x="86524" y="466446"/>
                </a:lnTo>
                <a:cubicBezTo>
                  <a:pt x="86524" y="462367"/>
                  <a:pt x="88474" y="458473"/>
                  <a:pt x="92096" y="456619"/>
                </a:cubicBezTo>
                <a:cubicBezTo>
                  <a:pt x="99155" y="452911"/>
                  <a:pt x="106956" y="458752"/>
                  <a:pt x="106956" y="465704"/>
                </a:cubicBezTo>
                <a:lnTo>
                  <a:pt x="106956" y="484708"/>
                </a:lnTo>
                <a:close/>
                <a:moveTo>
                  <a:pt x="437863" y="436447"/>
                </a:moveTo>
                <a:cubicBezTo>
                  <a:pt x="441577" y="432738"/>
                  <a:pt x="447984" y="432367"/>
                  <a:pt x="452069" y="436447"/>
                </a:cubicBezTo>
                <a:lnTo>
                  <a:pt x="499703" y="484013"/>
                </a:lnTo>
                <a:lnTo>
                  <a:pt x="499703" y="465469"/>
                </a:lnTo>
                <a:cubicBezTo>
                  <a:pt x="499703" y="459627"/>
                  <a:pt x="504438" y="454991"/>
                  <a:pt x="510288" y="455084"/>
                </a:cubicBezTo>
                <a:cubicBezTo>
                  <a:pt x="515952" y="455176"/>
                  <a:pt x="520502" y="459813"/>
                  <a:pt x="520502" y="465469"/>
                </a:cubicBezTo>
                <a:lnTo>
                  <a:pt x="520502" y="509511"/>
                </a:lnTo>
                <a:cubicBezTo>
                  <a:pt x="520502" y="514518"/>
                  <a:pt x="516416" y="518598"/>
                  <a:pt x="511402" y="518598"/>
                </a:cubicBezTo>
                <a:lnTo>
                  <a:pt x="467204" y="518598"/>
                </a:lnTo>
                <a:cubicBezTo>
                  <a:pt x="463119" y="518598"/>
                  <a:pt x="459219" y="516651"/>
                  <a:pt x="457362" y="513035"/>
                </a:cubicBezTo>
                <a:cubicBezTo>
                  <a:pt x="453648" y="505988"/>
                  <a:pt x="459497" y="498199"/>
                  <a:pt x="466461" y="498199"/>
                </a:cubicBezTo>
                <a:lnTo>
                  <a:pt x="485496" y="498199"/>
                </a:lnTo>
                <a:lnTo>
                  <a:pt x="437863" y="450633"/>
                </a:lnTo>
                <a:cubicBezTo>
                  <a:pt x="434148" y="446924"/>
                  <a:pt x="433777" y="440526"/>
                  <a:pt x="437863" y="436447"/>
                </a:cubicBezTo>
                <a:close/>
                <a:moveTo>
                  <a:pt x="313180" y="382407"/>
                </a:moveTo>
                <a:lnTo>
                  <a:pt x="364693" y="382407"/>
                </a:lnTo>
                <a:cubicBezTo>
                  <a:pt x="353648" y="422823"/>
                  <a:pt x="334806" y="452115"/>
                  <a:pt x="313180" y="459253"/>
                </a:cubicBezTo>
                <a:close/>
                <a:moveTo>
                  <a:pt x="241415" y="382407"/>
                </a:moveTo>
                <a:lnTo>
                  <a:pt x="292857" y="382407"/>
                </a:lnTo>
                <a:lnTo>
                  <a:pt x="292857" y="459253"/>
                </a:lnTo>
                <a:cubicBezTo>
                  <a:pt x="271222" y="452023"/>
                  <a:pt x="252558" y="422730"/>
                  <a:pt x="241415" y="382407"/>
                </a:cubicBezTo>
                <a:close/>
                <a:moveTo>
                  <a:pt x="385867" y="381913"/>
                </a:moveTo>
                <a:lnTo>
                  <a:pt x="451770" y="381913"/>
                </a:lnTo>
                <a:cubicBezTo>
                  <a:pt x="428658" y="424660"/>
                  <a:pt x="388280" y="456280"/>
                  <a:pt x="339642" y="466944"/>
                </a:cubicBezTo>
                <a:cubicBezTo>
                  <a:pt x="359877" y="450160"/>
                  <a:pt x="376214" y="419838"/>
                  <a:pt x="385867" y="381913"/>
                </a:cubicBezTo>
                <a:close/>
                <a:moveTo>
                  <a:pt x="154197" y="381913"/>
                </a:moveTo>
                <a:lnTo>
                  <a:pt x="220235" y="381913"/>
                </a:lnTo>
                <a:cubicBezTo>
                  <a:pt x="229337" y="420302"/>
                  <a:pt x="245684" y="450624"/>
                  <a:pt x="266396" y="466944"/>
                </a:cubicBezTo>
                <a:cubicBezTo>
                  <a:pt x="217727" y="455909"/>
                  <a:pt x="176860" y="424660"/>
                  <a:pt x="154197" y="381913"/>
                </a:cubicBezTo>
                <a:close/>
                <a:moveTo>
                  <a:pt x="134579" y="313182"/>
                </a:moveTo>
                <a:lnTo>
                  <a:pt x="210690" y="313182"/>
                </a:lnTo>
                <a:cubicBezTo>
                  <a:pt x="211155" y="330044"/>
                  <a:pt x="212640" y="346444"/>
                  <a:pt x="215517" y="361731"/>
                </a:cubicBezTo>
                <a:lnTo>
                  <a:pt x="144696" y="361731"/>
                </a:lnTo>
                <a:cubicBezTo>
                  <a:pt x="138941" y="346351"/>
                  <a:pt x="135600" y="330044"/>
                  <a:pt x="134579" y="313182"/>
                </a:cubicBezTo>
                <a:close/>
                <a:moveTo>
                  <a:pt x="394992" y="313041"/>
                </a:moveTo>
                <a:lnTo>
                  <a:pt x="471458" y="313041"/>
                </a:lnTo>
                <a:cubicBezTo>
                  <a:pt x="470530" y="329835"/>
                  <a:pt x="467189" y="346351"/>
                  <a:pt x="461343" y="361661"/>
                </a:cubicBezTo>
                <a:lnTo>
                  <a:pt x="390167" y="361661"/>
                </a:lnTo>
                <a:cubicBezTo>
                  <a:pt x="393044" y="346351"/>
                  <a:pt x="394529" y="330021"/>
                  <a:pt x="394992" y="313041"/>
                </a:cubicBezTo>
                <a:close/>
                <a:moveTo>
                  <a:pt x="313110" y="312688"/>
                </a:moveTo>
                <a:lnTo>
                  <a:pt x="374714" y="312688"/>
                </a:lnTo>
                <a:cubicBezTo>
                  <a:pt x="373786" y="330014"/>
                  <a:pt x="372302" y="346320"/>
                  <a:pt x="368869" y="361237"/>
                </a:cubicBezTo>
                <a:lnTo>
                  <a:pt x="313110" y="361237"/>
                </a:lnTo>
                <a:close/>
                <a:moveTo>
                  <a:pt x="231183" y="312618"/>
                </a:moveTo>
                <a:lnTo>
                  <a:pt x="292363" y="312618"/>
                </a:lnTo>
                <a:lnTo>
                  <a:pt x="292363" y="361167"/>
                </a:lnTo>
                <a:lnTo>
                  <a:pt x="236568" y="361167"/>
                </a:lnTo>
                <a:cubicBezTo>
                  <a:pt x="233690" y="345787"/>
                  <a:pt x="231833" y="329480"/>
                  <a:pt x="231183" y="312618"/>
                </a:cubicBezTo>
                <a:close/>
                <a:moveTo>
                  <a:pt x="557563" y="264103"/>
                </a:moveTo>
                <a:cubicBezTo>
                  <a:pt x="561647" y="260117"/>
                  <a:pt x="568237" y="260302"/>
                  <a:pt x="572136" y="264196"/>
                </a:cubicBezTo>
                <a:lnTo>
                  <a:pt x="603324" y="295345"/>
                </a:lnTo>
                <a:cubicBezTo>
                  <a:pt x="606944" y="298960"/>
                  <a:pt x="606944" y="304801"/>
                  <a:pt x="603231" y="308509"/>
                </a:cubicBezTo>
                <a:lnTo>
                  <a:pt x="572043" y="339658"/>
                </a:lnTo>
                <a:cubicBezTo>
                  <a:pt x="569166" y="342439"/>
                  <a:pt x="564989" y="343737"/>
                  <a:pt x="561183" y="342625"/>
                </a:cubicBezTo>
                <a:cubicBezTo>
                  <a:pt x="553479" y="340400"/>
                  <a:pt x="552086" y="330758"/>
                  <a:pt x="557099" y="325752"/>
                </a:cubicBezTo>
                <a:lnTo>
                  <a:pt x="570558" y="312310"/>
                </a:lnTo>
                <a:lnTo>
                  <a:pt x="503262" y="312310"/>
                </a:lnTo>
                <a:cubicBezTo>
                  <a:pt x="497879" y="312310"/>
                  <a:pt x="493052" y="307953"/>
                  <a:pt x="493052" y="302205"/>
                </a:cubicBezTo>
                <a:cubicBezTo>
                  <a:pt x="493052" y="296828"/>
                  <a:pt x="497415" y="292008"/>
                  <a:pt x="503262" y="292008"/>
                </a:cubicBezTo>
                <a:lnTo>
                  <a:pt x="570558" y="292008"/>
                </a:lnTo>
                <a:lnTo>
                  <a:pt x="557470" y="278936"/>
                </a:lnTo>
                <a:cubicBezTo>
                  <a:pt x="553386" y="274764"/>
                  <a:pt x="553386" y="268182"/>
                  <a:pt x="557563" y="264103"/>
                </a:cubicBezTo>
                <a:close/>
                <a:moveTo>
                  <a:pt x="44771" y="262641"/>
                </a:moveTo>
                <a:cubicBezTo>
                  <a:pt x="52477" y="264865"/>
                  <a:pt x="53870" y="274504"/>
                  <a:pt x="48856" y="279415"/>
                </a:cubicBezTo>
                <a:lnTo>
                  <a:pt x="35394" y="292946"/>
                </a:lnTo>
                <a:lnTo>
                  <a:pt x="102704" y="292946"/>
                </a:lnTo>
                <a:cubicBezTo>
                  <a:pt x="108088" y="292946"/>
                  <a:pt x="112916" y="297209"/>
                  <a:pt x="112916" y="303048"/>
                </a:cubicBezTo>
                <a:cubicBezTo>
                  <a:pt x="112916" y="308330"/>
                  <a:pt x="108553" y="313149"/>
                  <a:pt x="102704" y="313149"/>
                </a:cubicBezTo>
                <a:lnTo>
                  <a:pt x="35394" y="313149"/>
                </a:lnTo>
                <a:lnTo>
                  <a:pt x="48671" y="326124"/>
                </a:lnTo>
                <a:cubicBezTo>
                  <a:pt x="52756" y="330387"/>
                  <a:pt x="52756" y="336874"/>
                  <a:pt x="48485" y="340952"/>
                </a:cubicBezTo>
                <a:cubicBezTo>
                  <a:pt x="44400" y="344937"/>
                  <a:pt x="37901" y="344844"/>
                  <a:pt x="33909" y="340859"/>
                </a:cubicBezTo>
                <a:lnTo>
                  <a:pt x="2715" y="309720"/>
                </a:lnTo>
                <a:cubicBezTo>
                  <a:pt x="-906" y="306106"/>
                  <a:pt x="-906" y="300360"/>
                  <a:pt x="2715" y="296746"/>
                </a:cubicBezTo>
                <a:lnTo>
                  <a:pt x="33909" y="265607"/>
                </a:lnTo>
                <a:cubicBezTo>
                  <a:pt x="36787" y="262734"/>
                  <a:pt x="40965" y="261529"/>
                  <a:pt x="44771" y="262641"/>
                </a:cubicBezTo>
                <a:close/>
                <a:moveTo>
                  <a:pt x="390167" y="244028"/>
                </a:moveTo>
                <a:lnTo>
                  <a:pt x="461343" y="244028"/>
                </a:lnTo>
                <a:cubicBezTo>
                  <a:pt x="467189" y="259315"/>
                  <a:pt x="470530" y="275622"/>
                  <a:pt x="471458" y="292577"/>
                </a:cubicBezTo>
                <a:lnTo>
                  <a:pt x="394992" y="292577"/>
                </a:lnTo>
                <a:cubicBezTo>
                  <a:pt x="394529" y="275715"/>
                  <a:pt x="393044" y="259315"/>
                  <a:pt x="390167" y="244028"/>
                </a:cubicBezTo>
                <a:close/>
                <a:moveTo>
                  <a:pt x="144694" y="243464"/>
                </a:moveTo>
                <a:lnTo>
                  <a:pt x="215870" y="243464"/>
                </a:lnTo>
                <a:cubicBezTo>
                  <a:pt x="212993" y="258937"/>
                  <a:pt x="211509" y="275243"/>
                  <a:pt x="211045" y="292013"/>
                </a:cubicBezTo>
                <a:lnTo>
                  <a:pt x="134579" y="292013"/>
                </a:lnTo>
                <a:cubicBezTo>
                  <a:pt x="135600" y="275243"/>
                  <a:pt x="138941" y="258844"/>
                  <a:pt x="144694" y="243464"/>
                </a:cubicBezTo>
                <a:close/>
                <a:moveTo>
                  <a:pt x="313180" y="243323"/>
                </a:moveTo>
                <a:lnTo>
                  <a:pt x="369532" y="243323"/>
                </a:lnTo>
                <a:cubicBezTo>
                  <a:pt x="372318" y="258818"/>
                  <a:pt x="373803" y="275149"/>
                  <a:pt x="374360" y="291943"/>
                </a:cubicBezTo>
                <a:lnTo>
                  <a:pt x="313180" y="291943"/>
                </a:lnTo>
                <a:close/>
                <a:moveTo>
                  <a:pt x="236689" y="243323"/>
                </a:moveTo>
                <a:lnTo>
                  <a:pt x="292505" y="243323"/>
                </a:lnTo>
                <a:lnTo>
                  <a:pt x="292505" y="291943"/>
                </a:lnTo>
                <a:lnTo>
                  <a:pt x="231395" y="291943"/>
                </a:lnTo>
                <a:cubicBezTo>
                  <a:pt x="231859" y="275149"/>
                  <a:pt x="233717" y="258818"/>
                  <a:pt x="236689" y="243323"/>
                </a:cubicBezTo>
                <a:close/>
                <a:moveTo>
                  <a:pt x="313180" y="145801"/>
                </a:moveTo>
                <a:cubicBezTo>
                  <a:pt x="334806" y="153124"/>
                  <a:pt x="353555" y="182416"/>
                  <a:pt x="364693" y="222647"/>
                </a:cubicBezTo>
                <a:lnTo>
                  <a:pt x="313180" y="222647"/>
                </a:lnTo>
                <a:close/>
                <a:moveTo>
                  <a:pt x="292857" y="145801"/>
                </a:moveTo>
                <a:lnTo>
                  <a:pt x="292857" y="222647"/>
                </a:lnTo>
                <a:lnTo>
                  <a:pt x="241415" y="222647"/>
                </a:lnTo>
                <a:cubicBezTo>
                  <a:pt x="252372" y="182231"/>
                  <a:pt x="271222" y="152939"/>
                  <a:pt x="292857" y="145801"/>
                </a:cubicBezTo>
                <a:close/>
                <a:moveTo>
                  <a:pt x="340207" y="138110"/>
                </a:moveTo>
                <a:cubicBezTo>
                  <a:pt x="388285" y="148678"/>
                  <a:pt x="429124" y="180383"/>
                  <a:pt x="451771" y="223212"/>
                </a:cubicBezTo>
                <a:lnTo>
                  <a:pt x="385872" y="223212"/>
                </a:lnTo>
                <a:cubicBezTo>
                  <a:pt x="376683" y="184740"/>
                  <a:pt x="360348" y="154426"/>
                  <a:pt x="340207" y="138110"/>
                </a:cubicBezTo>
                <a:close/>
                <a:moveTo>
                  <a:pt x="266396" y="138110"/>
                </a:moveTo>
                <a:cubicBezTo>
                  <a:pt x="246241" y="154982"/>
                  <a:pt x="229894" y="185203"/>
                  <a:pt x="220235" y="223212"/>
                </a:cubicBezTo>
                <a:lnTo>
                  <a:pt x="154197" y="223212"/>
                </a:lnTo>
                <a:cubicBezTo>
                  <a:pt x="176860" y="180383"/>
                  <a:pt x="217727" y="148771"/>
                  <a:pt x="266396" y="138110"/>
                </a:cubicBezTo>
                <a:close/>
                <a:moveTo>
                  <a:pt x="94727" y="86526"/>
                </a:moveTo>
                <a:lnTo>
                  <a:pt x="138914" y="86526"/>
                </a:lnTo>
                <a:cubicBezTo>
                  <a:pt x="142998" y="86526"/>
                  <a:pt x="146804" y="88473"/>
                  <a:pt x="148661" y="92088"/>
                </a:cubicBezTo>
                <a:cubicBezTo>
                  <a:pt x="152374" y="99133"/>
                  <a:pt x="146526" y="106919"/>
                  <a:pt x="139656" y="106919"/>
                </a:cubicBezTo>
                <a:lnTo>
                  <a:pt x="120533" y="106919"/>
                </a:lnTo>
                <a:lnTo>
                  <a:pt x="168248" y="154473"/>
                </a:lnTo>
                <a:cubicBezTo>
                  <a:pt x="171961" y="158181"/>
                  <a:pt x="172332" y="164670"/>
                  <a:pt x="168248" y="168748"/>
                </a:cubicBezTo>
                <a:cubicBezTo>
                  <a:pt x="164534" y="172456"/>
                  <a:pt x="158036" y="172827"/>
                  <a:pt x="153952" y="168748"/>
                </a:cubicBezTo>
                <a:lnTo>
                  <a:pt x="106331" y="121102"/>
                </a:lnTo>
                <a:lnTo>
                  <a:pt x="106331" y="139641"/>
                </a:lnTo>
                <a:cubicBezTo>
                  <a:pt x="106331" y="145481"/>
                  <a:pt x="101596" y="150209"/>
                  <a:pt x="95841" y="150024"/>
                </a:cubicBezTo>
                <a:cubicBezTo>
                  <a:pt x="90086" y="149931"/>
                  <a:pt x="85537" y="145389"/>
                  <a:pt x="85537" y="139641"/>
                </a:cubicBezTo>
                <a:lnTo>
                  <a:pt x="85537" y="95703"/>
                </a:lnTo>
                <a:cubicBezTo>
                  <a:pt x="85537" y="90605"/>
                  <a:pt x="89621" y="86526"/>
                  <a:pt x="94727" y="86526"/>
                </a:cubicBezTo>
                <a:close/>
                <a:moveTo>
                  <a:pt x="466289" y="85397"/>
                </a:moveTo>
                <a:lnTo>
                  <a:pt x="510393" y="85397"/>
                </a:lnTo>
                <a:cubicBezTo>
                  <a:pt x="515500" y="85397"/>
                  <a:pt x="519585" y="89475"/>
                  <a:pt x="519585" y="94572"/>
                </a:cubicBezTo>
                <a:lnTo>
                  <a:pt x="519585" y="138687"/>
                </a:lnTo>
                <a:cubicBezTo>
                  <a:pt x="519585" y="142765"/>
                  <a:pt x="517542" y="146565"/>
                  <a:pt x="514014" y="148418"/>
                </a:cubicBezTo>
                <a:cubicBezTo>
                  <a:pt x="506957" y="152125"/>
                  <a:pt x="499158" y="146286"/>
                  <a:pt x="499158" y="139428"/>
                </a:cubicBezTo>
                <a:lnTo>
                  <a:pt x="499158" y="120337"/>
                </a:lnTo>
                <a:lnTo>
                  <a:pt x="451433" y="167973"/>
                </a:lnTo>
                <a:cubicBezTo>
                  <a:pt x="447627" y="171773"/>
                  <a:pt x="441220" y="172051"/>
                  <a:pt x="437227" y="167788"/>
                </a:cubicBezTo>
                <a:cubicBezTo>
                  <a:pt x="433513" y="164081"/>
                  <a:pt x="433142" y="157686"/>
                  <a:pt x="437227" y="153608"/>
                </a:cubicBezTo>
                <a:lnTo>
                  <a:pt x="484859" y="106064"/>
                </a:lnTo>
                <a:lnTo>
                  <a:pt x="466289" y="106064"/>
                </a:lnTo>
                <a:cubicBezTo>
                  <a:pt x="460533" y="106064"/>
                  <a:pt x="455797" y="101338"/>
                  <a:pt x="455890" y="95499"/>
                </a:cubicBezTo>
                <a:cubicBezTo>
                  <a:pt x="456076" y="89938"/>
                  <a:pt x="460625" y="85397"/>
                  <a:pt x="466289" y="85397"/>
                </a:cubicBezTo>
                <a:close/>
                <a:moveTo>
                  <a:pt x="295815" y="2710"/>
                </a:moveTo>
                <a:cubicBezTo>
                  <a:pt x="299436" y="-904"/>
                  <a:pt x="305284" y="-904"/>
                  <a:pt x="308812" y="2710"/>
                </a:cubicBezTo>
                <a:lnTo>
                  <a:pt x="340003" y="33846"/>
                </a:lnTo>
                <a:cubicBezTo>
                  <a:pt x="342881" y="36719"/>
                  <a:pt x="344088" y="40889"/>
                  <a:pt x="342974" y="44688"/>
                </a:cubicBezTo>
                <a:cubicBezTo>
                  <a:pt x="340746" y="52380"/>
                  <a:pt x="331091" y="53770"/>
                  <a:pt x="326171" y="48766"/>
                </a:cubicBezTo>
                <a:lnTo>
                  <a:pt x="312711" y="35329"/>
                </a:lnTo>
                <a:lnTo>
                  <a:pt x="312711" y="102513"/>
                </a:lnTo>
                <a:cubicBezTo>
                  <a:pt x="312711" y="107887"/>
                  <a:pt x="308348" y="112706"/>
                  <a:pt x="302499" y="112706"/>
                </a:cubicBezTo>
                <a:cubicBezTo>
                  <a:pt x="297208" y="112706"/>
                  <a:pt x="292380" y="108351"/>
                  <a:pt x="292380" y="102513"/>
                </a:cubicBezTo>
                <a:lnTo>
                  <a:pt x="292380" y="35329"/>
                </a:lnTo>
                <a:lnTo>
                  <a:pt x="279291" y="48395"/>
                </a:lnTo>
                <a:cubicBezTo>
                  <a:pt x="275206" y="52472"/>
                  <a:pt x="268615" y="52472"/>
                  <a:pt x="264531" y="48395"/>
                </a:cubicBezTo>
                <a:cubicBezTo>
                  <a:pt x="260539" y="44318"/>
                  <a:pt x="260725" y="37831"/>
                  <a:pt x="264624" y="33846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22" name="key_173702">
            <a:extLst>
              <a:ext uri="{FF2B5EF4-FFF2-40B4-BE49-F238E27FC236}">
                <a16:creationId xmlns:a16="http://schemas.microsoft.com/office/drawing/2014/main" id="{CF5F07DA-7123-48C5-9DE4-1C7B403611E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7167213" y="2177839"/>
            <a:ext cx="812913" cy="478357"/>
          </a:xfrm>
          <a:custGeom>
            <a:avLst/>
            <a:gdLst>
              <a:gd name="connsiteX0" fmla="*/ 172012 w 602346"/>
              <a:gd name="connsiteY0" fmla="*/ 182663 h 354450"/>
              <a:gd name="connsiteX1" fmla="*/ 172012 w 602346"/>
              <a:gd name="connsiteY1" fmla="*/ 268657 h 354450"/>
              <a:gd name="connsiteX2" fmla="*/ 215167 w 602346"/>
              <a:gd name="connsiteY2" fmla="*/ 268657 h 354450"/>
              <a:gd name="connsiteX3" fmla="*/ 215167 w 602346"/>
              <a:gd name="connsiteY3" fmla="*/ 182663 h 354450"/>
              <a:gd name="connsiteX4" fmla="*/ 64530 w 602346"/>
              <a:gd name="connsiteY4" fmla="*/ 182663 h 354450"/>
              <a:gd name="connsiteX5" fmla="*/ 64530 w 602346"/>
              <a:gd name="connsiteY5" fmla="*/ 268657 h 354450"/>
              <a:gd name="connsiteX6" fmla="*/ 107482 w 602346"/>
              <a:gd name="connsiteY6" fmla="*/ 268657 h 354450"/>
              <a:gd name="connsiteX7" fmla="*/ 107482 w 602346"/>
              <a:gd name="connsiteY7" fmla="*/ 182663 h 354450"/>
              <a:gd name="connsiteX8" fmla="*/ 484008 w 602346"/>
              <a:gd name="connsiteY8" fmla="*/ 75321 h 354450"/>
              <a:gd name="connsiteX9" fmla="*/ 430162 w 602346"/>
              <a:gd name="connsiteY9" fmla="*/ 129095 h 354450"/>
              <a:gd name="connsiteX10" fmla="*/ 430162 w 602346"/>
              <a:gd name="connsiteY10" fmla="*/ 225567 h 354450"/>
              <a:gd name="connsiteX11" fmla="*/ 484008 w 602346"/>
              <a:gd name="connsiteY11" fmla="*/ 279341 h 354450"/>
              <a:gd name="connsiteX12" fmla="*/ 537853 w 602346"/>
              <a:gd name="connsiteY12" fmla="*/ 225567 h 354450"/>
              <a:gd name="connsiteX13" fmla="*/ 537853 w 602346"/>
              <a:gd name="connsiteY13" fmla="*/ 129095 h 354450"/>
              <a:gd name="connsiteX14" fmla="*/ 484008 w 602346"/>
              <a:gd name="connsiteY14" fmla="*/ 75321 h 354450"/>
              <a:gd name="connsiteX15" fmla="*/ 484008 w 602346"/>
              <a:gd name="connsiteY15" fmla="*/ 53771 h 354450"/>
              <a:gd name="connsiteX16" fmla="*/ 559230 w 602346"/>
              <a:gd name="connsiteY16" fmla="*/ 129095 h 354450"/>
              <a:gd name="connsiteX17" fmla="*/ 559230 w 602346"/>
              <a:gd name="connsiteY17" fmla="*/ 225567 h 354450"/>
              <a:gd name="connsiteX18" fmla="*/ 484008 w 602346"/>
              <a:gd name="connsiteY18" fmla="*/ 300891 h 354450"/>
              <a:gd name="connsiteX19" fmla="*/ 408785 w 602346"/>
              <a:gd name="connsiteY19" fmla="*/ 225567 h 354450"/>
              <a:gd name="connsiteX20" fmla="*/ 408785 w 602346"/>
              <a:gd name="connsiteY20" fmla="*/ 129095 h 354450"/>
              <a:gd name="connsiteX21" fmla="*/ 484008 w 602346"/>
              <a:gd name="connsiteY21" fmla="*/ 53771 h 354450"/>
              <a:gd name="connsiteX22" fmla="*/ 483974 w 602346"/>
              <a:gd name="connsiteY22" fmla="*/ 21549 h 354450"/>
              <a:gd name="connsiteX23" fmla="*/ 387179 w 602346"/>
              <a:gd name="connsiteY23" fmla="*/ 118217 h 354450"/>
              <a:gd name="connsiteX24" fmla="*/ 387179 w 602346"/>
              <a:gd name="connsiteY24" fmla="*/ 128891 h 354450"/>
              <a:gd name="connsiteX25" fmla="*/ 21577 w 602346"/>
              <a:gd name="connsiteY25" fmla="*/ 128891 h 354450"/>
              <a:gd name="connsiteX26" fmla="*/ 21577 w 602346"/>
              <a:gd name="connsiteY26" fmla="*/ 161114 h 354450"/>
              <a:gd name="connsiteX27" fmla="*/ 42952 w 602346"/>
              <a:gd name="connsiteY27" fmla="*/ 161114 h 354450"/>
              <a:gd name="connsiteX28" fmla="*/ 129059 w 602346"/>
              <a:gd name="connsiteY28" fmla="*/ 161114 h 354450"/>
              <a:gd name="connsiteX29" fmla="*/ 150637 w 602346"/>
              <a:gd name="connsiteY29" fmla="*/ 161114 h 354450"/>
              <a:gd name="connsiteX30" fmla="*/ 236542 w 602346"/>
              <a:gd name="connsiteY30" fmla="*/ 161114 h 354450"/>
              <a:gd name="connsiteX31" fmla="*/ 387179 w 602346"/>
              <a:gd name="connsiteY31" fmla="*/ 161114 h 354450"/>
              <a:gd name="connsiteX32" fmla="*/ 387179 w 602346"/>
              <a:gd name="connsiteY32" fmla="*/ 236434 h 354450"/>
              <a:gd name="connsiteX33" fmla="*/ 483974 w 602346"/>
              <a:gd name="connsiteY33" fmla="*/ 333102 h 354450"/>
              <a:gd name="connsiteX34" fmla="*/ 580769 w 602346"/>
              <a:gd name="connsiteY34" fmla="*/ 236434 h 354450"/>
              <a:gd name="connsiteX35" fmla="*/ 580769 w 602346"/>
              <a:gd name="connsiteY35" fmla="*/ 118217 h 354450"/>
              <a:gd name="connsiteX36" fmla="*/ 483974 w 602346"/>
              <a:gd name="connsiteY36" fmla="*/ 21549 h 354450"/>
              <a:gd name="connsiteX37" fmla="*/ 483974 w 602346"/>
              <a:gd name="connsiteY37" fmla="*/ 0 h 354450"/>
              <a:gd name="connsiteX38" fmla="*/ 602346 w 602346"/>
              <a:gd name="connsiteY38" fmla="*/ 118217 h 354450"/>
              <a:gd name="connsiteX39" fmla="*/ 602346 w 602346"/>
              <a:gd name="connsiteY39" fmla="*/ 236434 h 354450"/>
              <a:gd name="connsiteX40" fmla="*/ 483974 w 602346"/>
              <a:gd name="connsiteY40" fmla="*/ 354450 h 354450"/>
              <a:gd name="connsiteX41" fmla="*/ 365602 w 602346"/>
              <a:gd name="connsiteY41" fmla="*/ 236434 h 354450"/>
              <a:gd name="connsiteX42" fmla="*/ 365602 w 602346"/>
              <a:gd name="connsiteY42" fmla="*/ 182663 h 354450"/>
              <a:gd name="connsiteX43" fmla="*/ 236542 w 602346"/>
              <a:gd name="connsiteY43" fmla="*/ 182663 h 354450"/>
              <a:gd name="connsiteX44" fmla="*/ 236542 w 602346"/>
              <a:gd name="connsiteY44" fmla="*/ 290005 h 354450"/>
              <a:gd name="connsiteX45" fmla="*/ 150637 w 602346"/>
              <a:gd name="connsiteY45" fmla="*/ 290005 h 354450"/>
              <a:gd name="connsiteX46" fmla="*/ 150637 w 602346"/>
              <a:gd name="connsiteY46" fmla="*/ 182663 h 354450"/>
              <a:gd name="connsiteX47" fmla="*/ 129059 w 602346"/>
              <a:gd name="connsiteY47" fmla="*/ 182663 h 354450"/>
              <a:gd name="connsiteX48" fmla="*/ 129059 w 602346"/>
              <a:gd name="connsiteY48" fmla="*/ 290005 h 354450"/>
              <a:gd name="connsiteX49" fmla="*/ 42952 w 602346"/>
              <a:gd name="connsiteY49" fmla="*/ 290005 h 354450"/>
              <a:gd name="connsiteX50" fmla="*/ 42952 w 602346"/>
              <a:gd name="connsiteY50" fmla="*/ 182663 h 354450"/>
              <a:gd name="connsiteX51" fmla="*/ 0 w 602346"/>
              <a:gd name="connsiteY51" fmla="*/ 182663 h 354450"/>
              <a:gd name="connsiteX52" fmla="*/ 0 w 602346"/>
              <a:gd name="connsiteY52" fmla="*/ 107543 h 354450"/>
              <a:gd name="connsiteX53" fmla="*/ 366207 w 602346"/>
              <a:gd name="connsiteY53" fmla="*/ 107543 h 354450"/>
              <a:gd name="connsiteX54" fmla="*/ 483974 w 602346"/>
              <a:gd name="connsiteY54" fmla="*/ 0 h 35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02346" h="354450">
                <a:moveTo>
                  <a:pt x="172012" y="182663"/>
                </a:moveTo>
                <a:lnTo>
                  <a:pt x="172012" y="268657"/>
                </a:lnTo>
                <a:lnTo>
                  <a:pt x="215167" y="268657"/>
                </a:lnTo>
                <a:lnTo>
                  <a:pt x="215167" y="182663"/>
                </a:lnTo>
                <a:close/>
                <a:moveTo>
                  <a:pt x="64530" y="182663"/>
                </a:moveTo>
                <a:lnTo>
                  <a:pt x="64530" y="268657"/>
                </a:lnTo>
                <a:lnTo>
                  <a:pt x="107482" y="268657"/>
                </a:lnTo>
                <a:lnTo>
                  <a:pt x="107482" y="182663"/>
                </a:lnTo>
                <a:close/>
                <a:moveTo>
                  <a:pt x="484008" y="75321"/>
                </a:moveTo>
                <a:cubicBezTo>
                  <a:pt x="454362" y="75321"/>
                  <a:pt x="430162" y="99288"/>
                  <a:pt x="430162" y="129095"/>
                </a:cubicBezTo>
                <a:lnTo>
                  <a:pt x="430162" y="225567"/>
                </a:lnTo>
                <a:cubicBezTo>
                  <a:pt x="430162" y="255173"/>
                  <a:pt x="454362" y="279341"/>
                  <a:pt x="484008" y="279341"/>
                </a:cubicBezTo>
                <a:cubicBezTo>
                  <a:pt x="513653" y="279341"/>
                  <a:pt x="537853" y="255173"/>
                  <a:pt x="537853" y="225567"/>
                </a:cubicBezTo>
                <a:lnTo>
                  <a:pt x="537853" y="129095"/>
                </a:lnTo>
                <a:cubicBezTo>
                  <a:pt x="537853" y="99288"/>
                  <a:pt x="513653" y="75321"/>
                  <a:pt x="484008" y="75321"/>
                </a:cubicBezTo>
                <a:close/>
                <a:moveTo>
                  <a:pt x="484008" y="53771"/>
                </a:moveTo>
                <a:cubicBezTo>
                  <a:pt x="525552" y="53771"/>
                  <a:pt x="559230" y="87606"/>
                  <a:pt x="559230" y="129095"/>
                </a:cubicBezTo>
                <a:lnTo>
                  <a:pt x="559230" y="225567"/>
                </a:lnTo>
                <a:cubicBezTo>
                  <a:pt x="559230" y="267056"/>
                  <a:pt x="525552" y="300891"/>
                  <a:pt x="484008" y="300891"/>
                </a:cubicBezTo>
                <a:cubicBezTo>
                  <a:pt x="442464" y="300891"/>
                  <a:pt x="408785" y="267056"/>
                  <a:pt x="408785" y="225567"/>
                </a:cubicBezTo>
                <a:lnTo>
                  <a:pt x="408785" y="129095"/>
                </a:lnTo>
                <a:cubicBezTo>
                  <a:pt x="408785" y="87606"/>
                  <a:pt x="442464" y="53771"/>
                  <a:pt x="484008" y="53771"/>
                </a:cubicBezTo>
                <a:close/>
                <a:moveTo>
                  <a:pt x="483974" y="21549"/>
                </a:moveTo>
                <a:cubicBezTo>
                  <a:pt x="430535" y="21549"/>
                  <a:pt x="387179" y="64848"/>
                  <a:pt x="387179" y="118217"/>
                </a:cubicBezTo>
                <a:lnTo>
                  <a:pt x="387179" y="128891"/>
                </a:lnTo>
                <a:lnTo>
                  <a:pt x="21577" y="128891"/>
                </a:lnTo>
                <a:lnTo>
                  <a:pt x="21577" y="161114"/>
                </a:lnTo>
                <a:lnTo>
                  <a:pt x="42952" y="161114"/>
                </a:lnTo>
                <a:lnTo>
                  <a:pt x="129059" y="161114"/>
                </a:lnTo>
                <a:lnTo>
                  <a:pt x="150637" y="161114"/>
                </a:lnTo>
                <a:lnTo>
                  <a:pt x="236542" y="161114"/>
                </a:lnTo>
                <a:lnTo>
                  <a:pt x="387179" y="161114"/>
                </a:lnTo>
                <a:lnTo>
                  <a:pt x="387179" y="236434"/>
                </a:lnTo>
                <a:cubicBezTo>
                  <a:pt x="387179" y="289602"/>
                  <a:pt x="430535" y="333102"/>
                  <a:pt x="483974" y="333102"/>
                </a:cubicBezTo>
                <a:cubicBezTo>
                  <a:pt x="537413" y="333102"/>
                  <a:pt x="580769" y="289602"/>
                  <a:pt x="580769" y="236434"/>
                </a:cubicBezTo>
                <a:lnTo>
                  <a:pt x="580769" y="118217"/>
                </a:lnTo>
                <a:cubicBezTo>
                  <a:pt x="580769" y="64848"/>
                  <a:pt x="537413" y="21549"/>
                  <a:pt x="483974" y="21549"/>
                </a:cubicBezTo>
                <a:close/>
                <a:moveTo>
                  <a:pt x="483974" y="0"/>
                </a:moveTo>
                <a:cubicBezTo>
                  <a:pt x="549109" y="0"/>
                  <a:pt x="602346" y="53168"/>
                  <a:pt x="602346" y="118217"/>
                </a:cubicBezTo>
                <a:lnTo>
                  <a:pt x="602346" y="236434"/>
                </a:lnTo>
                <a:cubicBezTo>
                  <a:pt x="602346" y="301484"/>
                  <a:pt x="549109" y="354450"/>
                  <a:pt x="483974" y="354450"/>
                </a:cubicBezTo>
                <a:cubicBezTo>
                  <a:pt x="418839" y="354450"/>
                  <a:pt x="365602" y="301484"/>
                  <a:pt x="365602" y="236434"/>
                </a:cubicBezTo>
                <a:lnTo>
                  <a:pt x="365602" y="182663"/>
                </a:lnTo>
                <a:lnTo>
                  <a:pt x="236542" y="182663"/>
                </a:lnTo>
                <a:lnTo>
                  <a:pt x="236542" y="290005"/>
                </a:lnTo>
                <a:lnTo>
                  <a:pt x="150637" y="290005"/>
                </a:lnTo>
                <a:lnTo>
                  <a:pt x="150637" y="182663"/>
                </a:lnTo>
                <a:lnTo>
                  <a:pt x="129059" y="182663"/>
                </a:lnTo>
                <a:lnTo>
                  <a:pt x="129059" y="290005"/>
                </a:lnTo>
                <a:lnTo>
                  <a:pt x="42952" y="290005"/>
                </a:lnTo>
                <a:lnTo>
                  <a:pt x="42952" y="182663"/>
                </a:lnTo>
                <a:lnTo>
                  <a:pt x="0" y="182663"/>
                </a:lnTo>
                <a:lnTo>
                  <a:pt x="0" y="107543"/>
                </a:lnTo>
                <a:lnTo>
                  <a:pt x="366207" y="107543"/>
                </a:lnTo>
                <a:cubicBezTo>
                  <a:pt x="371651" y="47327"/>
                  <a:pt x="422268" y="0"/>
                  <a:pt x="483974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23" name="padlock_116977">
            <a:extLst>
              <a:ext uri="{FF2B5EF4-FFF2-40B4-BE49-F238E27FC236}">
                <a16:creationId xmlns:a16="http://schemas.microsoft.com/office/drawing/2014/main" id="{B93E9A6E-DFD5-4473-8681-067E2AC070B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6221526" y="6230434"/>
            <a:ext cx="610833" cy="812913"/>
          </a:xfrm>
          <a:custGeom>
            <a:avLst/>
            <a:gdLst>
              <a:gd name="connsiteX0" fmla="*/ 217438 w 434850"/>
              <a:gd name="connsiteY0" fmla="*/ 298514 h 578710"/>
              <a:gd name="connsiteX1" fmla="*/ 190245 w 434850"/>
              <a:gd name="connsiteY1" fmla="*/ 325656 h 578710"/>
              <a:gd name="connsiteX2" fmla="*/ 217438 w 434850"/>
              <a:gd name="connsiteY2" fmla="*/ 352798 h 578710"/>
              <a:gd name="connsiteX3" fmla="*/ 244632 w 434850"/>
              <a:gd name="connsiteY3" fmla="*/ 325656 h 578710"/>
              <a:gd name="connsiteX4" fmla="*/ 217438 w 434850"/>
              <a:gd name="connsiteY4" fmla="*/ 298514 h 578710"/>
              <a:gd name="connsiteX5" fmla="*/ 217438 w 434850"/>
              <a:gd name="connsiteY5" fmla="*/ 280193 h 578710"/>
              <a:gd name="connsiteX6" fmla="*/ 262307 w 434850"/>
              <a:gd name="connsiteY6" fmla="*/ 325656 h 578710"/>
              <a:gd name="connsiteX7" fmla="*/ 226276 w 434850"/>
              <a:gd name="connsiteY7" fmla="*/ 369762 h 578710"/>
              <a:gd name="connsiteX8" fmla="*/ 226276 w 434850"/>
              <a:gd name="connsiteY8" fmla="*/ 371119 h 578710"/>
              <a:gd name="connsiteX9" fmla="*/ 226276 w 434850"/>
              <a:gd name="connsiteY9" fmla="*/ 461367 h 578710"/>
              <a:gd name="connsiteX10" fmla="*/ 217438 w 434850"/>
              <a:gd name="connsiteY10" fmla="*/ 470188 h 578710"/>
              <a:gd name="connsiteX11" fmla="*/ 207921 w 434850"/>
              <a:gd name="connsiteY11" fmla="*/ 461367 h 578710"/>
              <a:gd name="connsiteX12" fmla="*/ 207921 w 434850"/>
              <a:gd name="connsiteY12" fmla="*/ 371119 h 578710"/>
              <a:gd name="connsiteX13" fmla="*/ 208601 w 434850"/>
              <a:gd name="connsiteY13" fmla="*/ 369762 h 578710"/>
              <a:gd name="connsiteX14" fmla="*/ 171890 w 434850"/>
              <a:gd name="connsiteY14" fmla="*/ 325656 h 578710"/>
              <a:gd name="connsiteX15" fmla="*/ 217438 w 434850"/>
              <a:gd name="connsiteY15" fmla="*/ 280193 h 578710"/>
              <a:gd name="connsiteX16" fmla="*/ 112789 w 434850"/>
              <a:gd name="connsiteY16" fmla="*/ 162826 h 578710"/>
              <a:gd name="connsiteX17" fmla="*/ 17666 w 434850"/>
              <a:gd name="connsiteY17" fmla="*/ 257807 h 578710"/>
              <a:gd name="connsiteX18" fmla="*/ 17666 w 434850"/>
              <a:gd name="connsiteY18" fmla="*/ 466089 h 578710"/>
              <a:gd name="connsiteX19" fmla="*/ 112789 w 434850"/>
              <a:gd name="connsiteY19" fmla="*/ 561071 h 578710"/>
              <a:gd name="connsiteX20" fmla="*/ 321381 w 434850"/>
              <a:gd name="connsiteY20" fmla="*/ 561071 h 578710"/>
              <a:gd name="connsiteX21" fmla="*/ 416505 w 434850"/>
              <a:gd name="connsiteY21" fmla="*/ 466089 h 578710"/>
              <a:gd name="connsiteX22" fmla="*/ 416505 w 434850"/>
              <a:gd name="connsiteY22" fmla="*/ 257807 h 578710"/>
              <a:gd name="connsiteX23" fmla="*/ 321381 w 434850"/>
              <a:gd name="connsiteY23" fmla="*/ 162826 h 578710"/>
              <a:gd name="connsiteX24" fmla="*/ 195683 w 434850"/>
              <a:gd name="connsiteY24" fmla="*/ 18318 h 578710"/>
              <a:gd name="connsiteX25" fmla="*/ 117545 w 434850"/>
              <a:gd name="connsiteY25" fmla="*/ 92946 h 578710"/>
              <a:gd name="connsiteX26" fmla="*/ 118904 w 434850"/>
              <a:gd name="connsiteY26" fmla="*/ 144508 h 578710"/>
              <a:gd name="connsiteX27" fmla="*/ 316625 w 434850"/>
              <a:gd name="connsiteY27" fmla="*/ 144508 h 578710"/>
              <a:gd name="connsiteX28" fmla="*/ 316625 w 434850"/>
              <a:gd name="connsiteY28" fmla="*/ 92946 h 578710"/>
              <a:gd name="connsiteX29" fmla="*/ 238488 w 434850"/>
              <a:gd name="connsiteY29" fmla="*/ 18318 h 578710"/>
              <a:gd name="connsiteX30" fmla="*/ 195683 w 434850"/>
              <a:gd name="connsiteY30" fmla="*/ 0 h 578710"/>
              <a:gd name="connsiteX31" fmla="*/ 238488 w 434850"/>
              <a:gd name="connsiteY31" fmla="*/ 0 h 578710"/>
              <a:gd name="connsiteX32" fmla="*/ 334970 w 434850"/>
              <a:gd name="connsiteY32" fmla="*/ 92946 h 578710"/>
              <a:gd name="connsiteX33" fmla="*/ 334970 w 434850"/>
              <a:gd name="connsiteY33" fmla="*/ 145865 h 578710"/>
              <a:gd name="connsiteX34" fmla="*/ 434850 w 434850"/>
              <a:gd name="connsiteY34" fmla="*/ 257807 h 578710"/>
              <a:gd name="connsiteX35" fmla="*/ 434850 w 434850"/>
              <a:gd name="connsiteY35" fmla="*/ 466089 h 578710"/>
              <a:gd name="connsiteX36" fmla="*/ 321381 w 434850"/>
              <a:gd name="connsiteY36" fmla="*/ 578710 h 578710"/>
              <a:gd name="connsiteX37" fmla="*/ 112789 w 434850"/>
              <a:gd name="connsiteY37" fmla="*/ 578710 h 578710"/>
              <a:gd name="connsiteX38" fmla="*/ 0 w 434850"/>
              <a:gd name="connsiteY38" fmla="*/ 466089 h 578710"/>
              <a:gd name="connsiteX39" fmla="*/ 0 w 434850"/>
              <a:gd name="connsiteY39" fmla="*/ 257807 h 578710"/>
              <a:gd name="connsiteX40" fmla="*/ 100559 w 434850"/>
              <a:gd name="connsiteY40" fmla="*/ 145186 h 578710"/>
              <a:gd name="connsiteX41" fmla="*/ 99200 w 434850"/>
              <a:gd name="connsiteY41" fmla="*/ 92946 h 578710"/>
              <a:gd name="connsiteX42" fmla="*/ 195683 w 434850"/>
              <a:gd name="connsiteY42" fmla="*/ 0 h 578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34850" h="578710">
                <a:moveTo>
                  <a:pt x="217438" y="298514"/>
                </a:moveTo>
                <a:cubicBezTo>
                  <a:pt x="202482" y="298514"/>
                  <a:pt x="190245" y="310728"/>
                  <a:pt x="190245" y="325656"/>
                </a:cubicBezTo>
                <a:cubicBezTo>
                  <a:pt x="190245" y="340584"/>
                  <a:pt x="202482" y="352798"/>
                  <a:pt x="217438" y="352798"/>
                </a:cubicBezTo>
                <a:cubicBezTo>
                  <a:pt x="232395" y="352798"/>
                  <a:pt x="244632" y="340584"/>
                  <a:pt x="244632" y="325656"/>
                </a:cubicBezTo>
                <a:cubicBezTo>
                  <a:pt x="244632" y="310728"/>
                  <a:pt x="232395" y="298514"/>
                  <a:pt x="217438" y="298514"/>
                </a:cubicBezTo>
                <a:close/>
                <a:moveTo>
                  <a:pt x="217438" y="280193"/>
                </a:moveTo>
                <a:cubicBezTo>
                  <a:pt x="241912" y="280193"/>
                  <a:pt x="262307" y="300550"/>
                  <a:pt x="262307" y="325656"/>
                </a:cubicBezTo>
                <a:cubicBezTo>
                  <a:pt x="262307" y="347370"/>
                  <a:pt x="246671" y="365691"/>
                  <a:pt x="226276" y="369762"/>
                </a:cubicBezTo>
                <a:cubicBezTo>
                  <a:pt x="226276" y="370441"/>
                  <a:pt x="226276" y="370441"/>
                  <a:pt x="226276" y="371119"/>
                </a:cubicBezTo>
                <a:lnTo>
                  <a:pt x="226276" y="461367"/>
                </a:lnTo>
                <a:cubicBezTo>
                  <a:pt x="226276" y="466117"/>
                  <a:pt x="222197" y="470188"/>
                  <a:pt x="217438" y="470188"/>
                </a:cubicBezTo>
                <a:cubicBezTo>
                  <a:pt x="212000" y="470188"/>
                  <a:pt x="207921" y="466117"/>
                  <a:pt x="207921" y="461367"/>
                </a:cubicBezTo>
                <a:lnTo>
                  <a:pt x="207921" y="371119"/>
                </a:lnTo>
                <a:cubicBezTo>
                  <a:pt x="207921" y="370441"/>
                  <a:pt x="208601" y="370441"/>
                  <a:pt x="208601" y="369762"/>
                </a:cubicBezTo>
                <a:cubicBezTo>
                  <a:pt x="187526" y="365691"/>
                  <a:pt x="171890" y="347370"/>
                  <a:pt x="171890" y="325656"/>
                </a:cubicBezTo>
                <a:cubicBezTo>
                  <a:pt x="171890" y="300550"/>
                  <a:pt x="192285" y="280193"/>
                  <a:pt x="217438" y="280193"/>
                </a:cubicBezTo>
                <a:close/>
                <a:moveTo>
                  <a:pt x="112789" y="162826"/>
                </a:moveTo>
                <a:cubicBezTo>
                  <a:pt x="60471" y="162826"/>
                  <a:pt x="17666" y="205567"/>
                  <a:pt x="17666" y="257807"/>
                </a:cubicBezTo>
                <a:lnTo>
                  <a:pt x="17666" y="466089"/>
                </a:lnTo>
                <a:cubicBezTo>
                  <a:pt x="17666" y="518329"/>
                  <a:pt x="60471" y="561071"/>
                  <a:pt x="112789" y="561071"/>
                </a:cubicBezTo>
                <a:lnTo>
                  <a:pt x="321381" y="561071"/>
                </a:lnTo>
                <a:cubicBezTo>
                  <a:pt x="373699" y="561071"/>
                  <a:pt x="416505" y="518329"/>
                  <a:pt x="416505" y="466089"/>
                </a:cubicBezTo>
                <a:lnTo>
                  <a:pt x="416505" y="257807"/>
                </a:lnTo>
                <a:cubicBezTo>
                  <a:pt x="416505" y="205567"/>
                  <a:pt x="373699" y="162826"/>
                  <a:pt x="321381" y="162826"/>
                </a:cubicBezTo>
                <a:close/>
                <a:moveTo>
                  <a:pt x="195683" y="18318"/>
                </a:moveTo>
                <a:cubicBezTo>
                  <a:pt x="152877" y="18318"/>
                  <a:pt x="117545" y="51561"/>
                  <a:pt x="117545" y="92946"/>
                </a:cubicBezTo>
                <a:lnTo>
                  <a:pt x="118904" y="144508"/>
                </a:lnTo>
                <a:lnTo>
                  <a:pt x="316625" y="144508"/>
                </a:lnTo>
                <a:lnTo>
                  <a:pt x="316625" y="92946"/>
                </a:lnTo>
                <a:cubicBezTo>
                  <a:pt x="316625" y="51561"/>
                  <a:pt x="281973" y="18318"/>
                  <a:pt x="238488" y="18318"/>
                </a:cubicBezTo>
                <a:close/>
                <a:moveTo>
                  <a:pt x="195683" y="0"/>
                </a:moveTo>
                <a:lnTo>
                  <a:pt x="238488" y="0"/>
                </a:lnTo>
                <a:cubicBezTo>
                  <a:pt x="291485" y="0"/>
                  <a:pt x="334970" y="41385"/>
                  <a:pt x="334970" y="92946"/>
                </a:cubicBezTo>
                <a:lnTo>
                  <a:pt x="334970" y="145865"/>
                </a:lnTo>
                <a:cubicBezTo>
                  <a:pt x="390686" y="152649"/>
                  <a:pt x="434850" y="200140"/>
                  <a:pt x="434850" y="257807"/>
                </a:cubicBezTo>
                <a:lnTo>
                  <a:pt x="434850" y="466089"/>
                </a:lnTo>
                <a:cubicBezTo>
                  <a:pt x="434850" y="528506"/>
                  <a:pt x="383891" y="578710"/>
                  <a:pt x="321381" y="578710"/>
                </a:cubicBezTo>
                <a:lnTo>
                  <a:pt x="112789" y="578710"/>
                </a:lnTo>
                <a:cubicBezTo>
                  <a:pt x="50280" y="578710"/>
                  <a:pt x="0" y="528506"/>
                  <a:pt x="0" y="466089"/>
                </a:cubicBezTo>
                <a:lnTo>
                  <a:pt x="0" y="257807"/>
                </a:lnTo>
                <a:cubicBezTo>
                  <a:pt x="0" y="199461"/>
                  <a:pt x="44164" y="151971"/>
                  <a:pt x="100559" y="145186"/>
                </a:cubicBezTo>
                <a:lnTo>
                  <a:pt x="99200" y="92946"/>
                </a:lnTo>
                <a:cubicBezTo>
                  <a:pt x="99200" y="41385"/>
                  <a:pt x="142685" y="0"/>
                  <a:pt x="195683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400"/>
          </a:p>
        </p:txBody>
      </p:sp>
      <p:sp>
        <p:nvSpPr>
          <p:cNvPr id="24" name="padlock_116921">
            <a:extLst>
              <a:ext uri="{FF2B5EF4-FFF2-40B4-BE49-F238E27FC236}">
                <a16:creationId xmlns:a16="http://schemas.microsoft.com/office/drawing/2014/main" id="{79916891-2DB7-4692-871E-62C0BA94F5E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0598364" y="2499449"/>
            <a:ext cx="577496" cy="607881"/>
          </a:xfrm>
          <a:custGeom>
            <a:avLst/>
            <a:gdLst>
              <a:gd name="connsiteX0" fmla="*/ 220733 w 551591"/>
              <a:gd name="connsiteY0" fmla="*/ 331093 h 580612"/>
              <a:gd name="connsiteX1" fmla="*/ 330736 w 551591"/>
              <a:gd name="connsiteY1" fmla="*/ 331093 h 580612"/>
              <a:gd name="connsiteX2" fmla="*/ 354944 w 551591"/>
              <a:gd name="connsiteY2" fmla="*/ 355258 h 580612"/>
              <a:gd name="connsiteX3" fmla="*/ 330736 w 551591"/>
              <a:gd name="connsiteY3" fmla="*/ 379423 h 580612"/>
              <a:gd name="connsiteX4" fmla="*/ 299853 w 551591"/>
              <a:gd name="connsiteY4" fmla="*/ 379423 h 580612"/>
              <a:gd name="connsiteX5" fmla="*/ 299853 w 551591"/>
              <a:gd name="connsiteY5" fmla="*/ 474662 h 580612"/>
              <a:gd name="connsiteX6" fmla="*/ 275646 w 551591"/>
              <a:gd name="connsiteY6" fmla="*/ 498827 h 580612"/>
              <a:gd name="connsiteX7" fmla="*/ 251438 w 551591"/>
              <a:gd name="connsiteY7" fmla="*/ 474662 h 580612"/>
              <a:gd name="connsiteX8" fmla="*/ 251438 w 551591"/>
              <a:gd name="connsiteY8" fmla="*/ 379423 h 580612"/>
              <a:gd name="connsiteX9" fmla="*/ 220733 w 551591"/>
              <a:gd name="connsiteY9" fmla="*/ 379423 h 580612"/>
              <a:gd name="connsiteX10" fmla="*/ 196525 w 551591"/>
              <a:gd name="connsiteY10" fmla="*/ 355258 h 580612"/>
              <a:gd name="connsiteX11" fmla="*/ 220733 w 551591"/>
              <a:gd name="connsiteY11" fmla="*/ 331093 h 580612"/>
              <a:gd name="connsiteX12" fmla="*/ 48421 w 551591"/>
              <a:gd name="connsiteY12" fmla="*/ 249202 h 580612"/>
              <a:gd name="connsiteX13" fmla="*/ 48421 w 551591"/>
              <a:gd name="connsiteY13" fmla="*/ 532265 h 580612"/>
              <a:gd name="connsiteX14" fmla="*/ 503170 w 551591"/>
              <a:gd name="connsiteY14" fmla="*/ 532265 h 580612"/>
              <a:gd name="connsiteX15" fmla="*/ 503170 w 551591"/>
              <a:gd name="connsiteY15" fmla="*/ 249202 h 580612"/>
              <a:gd name="connsiteX16" fmla="*/ 275751 w 551591"/>
              <a:gd name="connsiteY16" fmla="*/ 48347 h 580612"/>
              <a:gd name="connsiteX17" fmla="*/ 113754 w 551591"/>
              <a:gd name="connsiteY17" fmla="*/ 200677 h 580612"/>
              <a:gd name="connsiteX18" fmla="*/ 437748 w 551591"/>
              <a:gd name="connsiteY18" fmla="*/ 200677 h 580612"/>
              <a:gd name="connsiteX19" fmla="*/ 275751 w 551591"/>
              <a:gd name="connsiteY19" fmla="*/ 48347 h 580612"/>
              <a:gd name="connsiteX20" fmla="*/ 275751 w 551591"/>
              <a:gd name="connsiteY20" fmla="*/ 0 h 580612"/>
              <a:gd name="connsiteX21" fmla="*/ 486347 w 551591"/>
              <a:gd name="connsiteY21" fmla="*/ 200855 h 580612"/>
              <a:gd name="connsiteX22" fmla="*/ 527380 w 551591"/>
              <a:gd name="connsiteY22" fmla="*/ 200855 h 580612"/>
              <a:gd name="connsiteX23" fmla="*/ 551591 w 551591"/>
              <a:gd name="connsiteY23" fmla="*/ 225028 h 580612"/>
              <a:gd name="connsiteX24" fmla="*/ 551591 w 551591"/>
              <a:gd name="connsiteY24" fmla="*/ 556438 h 580612"/>
              <a:gd name="connsiteX25" fmla="*/ 527380 w 551591"/>
              <a:gd name="connsiteY25" fmla="*/ 580612 h 580612"/>
              <a:gd name="connsiteX26" fmla="*/ 24211 w 551591"/>
              <a:gd name="connsiteY26" fmla="*/ 580612 h 580612"/>
              <a:gd name="connsiteX27" fmla="*/ 0 w 551591"/>
              <a:gd name="connsiteY27" fmla="*/ 556438 h 580612"/>
              <a:gd name="connsiteX28" fmla="*/ 0 w 551591"/>
              <a:gd name="connsiteY28" fmla="*/ 225028 h 580612"/>
              <a:gd name="connsiteX29" fmla="*/ 24211 w 551591"/>
              <a:gd name="connsiteY29" fmla="*/ 200855 h 580612"/>
              <a:gd name="connsiteX30" fmla="*/ 65244 w 551591"/>
              <a:gd name="connsiteY30" fmla="*/ 200855 h 580612"/>
              <a:gd name="connsiteX31" fmla="*/ 275751 w 551591"/>
              <a:gd name="connsiteY31" fmla="*/ 0 h 580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51591" h="580612">
                <a:moveTo>
                  <a:pt x="220733" y="331093"/>
                </a:moveTo>
                <a:lnTo>
                  <a:pt x="330736" y="331093"/>
                </a:lnTo>
                <a:cubicBezTo>
                  <a:pt x="344086" y="331093"/>
                  <a:pt x="354944" y="341843"/>
                  <a:pt x="354944" y="355258"/>
                </a:cubicBezTo>
                <a:cubicBezTo>
                  <a:pt x="354944" y="368673"/>
                  <a:pt x="344086" y="379423"/>
                  <a:pt x="330736" y="379423"/>
                </a:cubicBezTo>
                <a:lnTo>
                  <a:pt x="299853" y="379423"/>
                </a:lnTo>
                <a:lnTo>
                  <a:pt x="299853" y="474662"/>
                </a:lnTo>
                <a:cubicBezTo>
                  <a:pt x="299853" y="488077"/>
                  <a:pt x="289084" y="498827"/>
                  <a:pt x="275646" y="498827"/>
                </a:cubicBezTo>
                <a:cubicBezTo>
                  <a:pt x="262207" y="498827"/>
                  <a:pt x="251438" y="488077"/>
                  <a:pt x="251438" y="474662"/>
                </a:cubicBezTo>
                <a:lnTo>
                  <a:pt x="251438" y="379423"/>
                </a:lnTo>
                <a:lnTo>
                  <a:pt x="220733" y="379423"/>
                </a:lnTo>
                <a:cubicBezTo>
                  <a:pt x="207383" y="379423"/>
                  <a:pt x="196525" y="368496"/>
                  <a:pt x="196525" y="355258"/>
                </a:cubicBezTo>
                <a:cubicBezTo>
                  <a:pt x="196525" y="341843"/>
                  <a:pt x="207294" y="331093"/>
                  <a:pt x="220733" y="331093"/>
                </a:cubicBezTo>
                <a:close/>
                <a:moveTo>
                  <a:pt x="48421" y="249202"/>
                </a:moveTo>
                <a:lnTo>
                  <a:pt x="48421" y="532265"/>
                </a:lnTo>
                <a:lnTo>
                  <a:pt x="503170" y="532265"/>
                </a:lnTo>
                <a:lnTo>
                  <a:pt x="503170" y="249202"/>
                </a:lnTo>
                <a:close/>
                <a:moveTo>
                  <a:pt x="275751" y="48347"/>
                </a:moveTo>
                <a:cubicBezTo>
                  <a:pt x="189501" y="48347"/>
                  <a:pt x="118738" y="115891"/>
                  <a:pt x="113754" y="200677"/>
                </a:cubicBezTo>
                <a:lnTo>
                  <a:pt x="437748" y="200677"/>
                </a:lnTo>
                <a:cubicBezTo>
                  <a:pt x="432764" y="115891"/>
                  <a:pt x="362090" y="48347"/>
                  <a:pt x="275751" y="48347"/>
                </a:cubicBezTo>
                <a:close/>
                <a:moveTo>
                  <a:pt x="275751" y="0"/>
                </a:moveTo>
                <a:cubicBezTo>
                  <a:pt x="388793" y="0"/>
                  <a:pt x="481185" y="89229"/>
                  <a:pt x="486347" y="200855"/>
                </a:cubicBezTo>
                <a:lnTo>
                  <a:pt x="527380" y="200855"/>
                </a:lnTo>
                <a:cubicBezTo>
                  <a:pt x="540821" y="200855"/>
                  <a:pt x="551680" y="211608"/>
                  <a:pt x="551591" y="225028"/>
                </a:cubicBezTo>
                <a:lnTo>
                  <a:pt x="551591" y="556438"/>
                </a:lnTo>
                <a:cubicBezTo>
                  <a:pt x="551591" y="569858"/>
                  <a:pt x="540821" y="580612"/>
                  <a:pt x="527380" y="580612"/>
                </a:cubicBezTo>
                <a:lnTo>
                  <a:pt x="24211" y="580612"/>
                </a:lnTo>
                <a:cubicBezTo>
                  <a:pt x="10770" y="580612"/>
                  <a:pt x="0" y="569858"/>
                  <a:pt x="0" y="556438"/>
                </a:cubicBezTo>
                <a:lnTo>
                  <a:pt x="0" y="225028"/>
                </a:lnTo>
                <a:cubicBezTo>
                  <a:pt x="0" y="211608"/>
                  <a:pt x="10770" y="200855"/>
                  <a:pt x="24211" y="200855"/>
                </a:cubicBezTo>
                <a:lnTo>
                  <a:pt x="65244" y="200855"/>
                </a:lnTo>
                <a:cubicBezTo>
                  <a:pt x="70317" y="89229"/>
                  <a:pt x="162798" y="0"/>
                  <a:pt x="275751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25" name="locked-mobile-phone_35358">
            <a:extLst>
              <a:ext uri="{FF2B5EF4-FFF2-40B4-BE49-F238E27FC236}">
                <a16:creationId xmlns:a16="http://schemas.microsoft.com/office/drawing/2014/main" id="{2643A656-28AA-4404-9ADA-BBBE28E7CC6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7556821" y="1264317"/>
            <a:ext cx="452695" cy="812913"/>
          </a:xfrm>
          <a:custGeom>
            <a:avLst/>
            <a:gdLst>
              <a:gd name="connsiteX0" fmla="*/ 145078 w 336456"/>
              <a:gd name="connsiteY0" fmla="*/ 550205 h 604181"/>
              <a:gd name="connsiteX1" fmla="*/ 135826 w 336456"/>
              <a:gd name="connsiteY1" fmla="*/ 559434 h 604181"/>
              <a:gd name="connsiteX2" fmla="*/ 135826 w 336456"/>
              <a:gd name="connsiteY2" fmla="*/ 562172 h 604181"/>
              <a:gd name="connsiteX3" fmla="*/ 145078 w 336456"/>
              <a:gd name="connsiteY3" fmla="*/ 571400 h 604181"/>
              <a:gd name="connsiteX4" fmla="*/ 191339 w 336456"/>
              <a:gd name="connsiteY4" fmla="*/ 571400 h 604181"/>
              <a:gd name="connsiteX5" fmla="*/ 200489 w 336456"/>
              <a:gd name="connsiteY5" fmla="*/ 562172 h 604181"/>
              <a:gd name="connsiteX6" fmla="*/ 200489 w 336456"/>
              <a:gd name="connsiteY6" fmla="*/ 559434 h 604181"/>
              <a:gd name="connsiteX7" fmla="*/ 191339 w 336456"/>
              <a:gd name="connsiteY7" fmla="*/ 550205 h 604181"/>
              <a:gd name="connsiteX8" fmla="*/ 145078 w 336456"/>
              <a:gd name="connsiteY8" fmla="*/ 542295 h 604181"/>
              <a:gd name="connsiteX9" fmla="*/ 191339 w 336456"/>
              <a:gd name="connsiteY9" fmla="*/ 542295 h 604181"/>
              <a:gd name="connsiteX10" fmla="*/ 208521 w 336456"/>
              <a:gd name="connsiteY10" fmla="*/ 559434 h 604181"/>
              <a:gd name="connsiteX11" fmla="*/ 208521 w 336456"/>
              <a:gd name="connsiteY11" fmla="*/ 562172 h 604181"/>
              <a:gd name="connsiteX12" fmla="*/ 191339 w 336456"/>
              <a:gd name="connsiteY12" fmla="*/ 579412 h 604181"/>
              <a:gd name="connsiteX13" fmla="*/ 145078 w 336456"/>
              <a:gd name="connsiteY13" fmla="*/ 579412 h 604181"/>
              <a:gd name="connsiteX14" fmla="*/ 127794 w 336456"/>
              <a:gd name="connsiteY14" fmla="*/ 562172 h 604181"/>
              <a:gd name="connsiteX15" fmla="*/ 127794 w 336456"/>
              <a:gd name="connsiteY15" fmla="*/ 559434 h 604181"/>
              <a:gd name="connsiteX16" fmla="*/ 145078 w 336456"/>
              <a:gd name="connsiteY16" fmla="*/ 542295 h 604181"/>
              <a:gd name="connsiteX17" fmla="*/ 168158 w 336456"/>
              <a:gd name="connsiteY17" fmla="*/ 282479 h 604181"/>
              <a:gd name="connsiteX18" fmla="*/ 148851 w 336456"/>
              <a:gd name="connsiteY18" fmla="*/ 301738 h 604181"/>
              <a:gd name="connsiteX19" fmla="*/ 168158 w 336456"/>
              <a:gd name="connsiteY19" fmla="*/ 320996 h 604181"/>
              <a:gd name="connsiteX20" fmla="*/ 187567 w 336456"/>
              <a:gd name="connsiteY20" fmla="*/ 301738 h 604181"/>
              <a:gd name="connsiteX21" fmla="*/ 168158 w 336456"/>
              <a:gd name="connsiteY21" fmla="*/ 282479 h 604181"/>
              <a:gd name="connsiteX22" fmla="*/ 168158 w 336456"/>
              <a:gd name="connsiteY22" fmla="*/ 273864 h 604181"/>
              <a:gd name="connsiteX23" fmla="*/ 196102 w 336456"/>
              <a:gd name="connsiteY23" fmla="*/ 301738 h 604181"/>
              <a:gd name="connsiteX24" fmla="*/ 168158 w 336456"/>
              <a:gd name="connsiteY24" fmla="*/ 329611 h 604181"/>
              <a:gd name="connsiteX25" fmla="*/ 140214 w 336456"/>
              <a:gd name="connsiteY25" fmla="*/ 301738 h 604181"/>
              <a:gd name="connsiteX26" fmla="*/ 168158 w 336456"/>
              <a:gd name="connsiteY26" fmla="*/ 273864 h 604181"/>
              <a:gd name="connsiteX27" fmla="*/ 100911 w 336456"/>
              <a:gd name="connsiteY27" fmla="*/ 226140 h 604181"/>
              <a:gd name="connsiteX28" fmla="*/ 100302 w 336456"/>
              <a:gd name="connsiteY28" fmla="*/ 226850 h 604181"/>
              <a:gd name="connsiteX29" fmla="*/ 100302 w 336456"/>
              <a:gd name="connsiteY29" fmla="*/ 347091 h 604181"/>
              <a:gd name="connsiteX30" fmla="*/ 130480 w 336456"/>
              <a:gd name="connsiteY30" fmla="*/ 377329 h 604181"/>
              <a:gd name="connsiteX31" fmla="*/ 205977 w 336456"/>
              <a:gd name="connsiteY31" fmla="*/ 377329 h 604181"/>
              <a:gd name="connsiteX32" fmla="*/ 236155 w 336456"/>
              <a:gd name="connsiteY32" fmla="*/ 347091 h 604181"/>
              <a:gd name="connsiteX33" fmla="*/ 236155 w 336456"/>
              <a:gd name="connsiteY33" fmla="*/ 226850 h 604181"/>
              <a:gd name="connsiteX34" fmla="*/ 235546 w 336456"/>
              <a:gd name="connsiteY34" fmla="*/ 226140 h 604181"/>
              <a:gd name="connsiteX35" fmla="*/ 217561 w 336456"/>
              <a:gd name="connsiteY35" fmla="*/ 226140 h 604181"/>
              <a:gd name="connsiteX36" fmla="*/ 118896 w 336456"/>
              <a:gd name="connsiteY36" fmla="*/ 226140 h 604181"/>
              <a:gd name="connsiteX37" fmla="*/ 140337 w 336456"/>
              <a:gd name="connsiteY37" fmla="*/ 179464 h 604181"/>
              <a:gd name="connsiteX38" fmla="*/ 127533 w 336456"/>
              <a:gd name="connsiteY38" fmla="*/ 192350 h 604181"/>
              <a:gd name="connsiteX39" fmla="*/ 127533 w 336456"/>
              <a:gd name="connsiteY39" fmla="*/ 206861 h 604181"/>
              <a:gd name="connsiteX40" fmla="*/ 138202 w 336456"/>
              <a:gd name="connsiteY40" fmla="*/ 217616 h 604181"/>
              <a:gd name="connsiteX41" fmla="*/ 198255 w 336456"/>
              <a:gd name="connsiteY41" fmla="*/ 217616 h 604181"/>
              <a:gd name="connsiteX42" fmla="*/ 208924 w 336456"/>
              <a:gd name="connsiteY42" fmla="*/ 206861 h 604181"/>
              <a:gd name="connsiteX43" fmla="*/ 208924 w 336456"/>
              <a:gd name="connsiteY43" fmla="*/ 192350 h 604181"/>
              <a:gd name="connsiteX44" fmla="*/ 196019 w 336456"/>
              <a:gd name="connsiteY44" fmla="*/ 179464 h 604181"/>
              <a:gd name="connsiteX45" fmla="*/ 140337 w 336456"/>
              <a:gd name="connsiteY45" fmla="*/ 170839 h 604181"/>
              <a:gd name="connsiteX46" fmla="*/ 196019 w 336456"/>
              <a:gd name="connsiteY46" fmla="*/ 170839 h 604181"/>
              <a:gd name="connsiteX47" fmla="*/ 217561 w 336456"/>
              <a:gd name="connsiteY47" fmla="*/ 192350 h 604181"/>
              <a:gd name="connsiteX48" fmla="*/ 217561 w 336456"/>
              <a:gd name="connsiteY48" fmla="*/ 206861 h 604181"/>
              <a:gd name="connsiteX49" fmla="*/ 226502 w 336456"/>
              <a:gd name="connsiteY49" fmla="*/ 217616 h 604181"/>
              <a:gd name="connsiteX50" fmla="*/ 235546 w 336456"/>
              <a:gd name="connsiteY50" fmla="*/ 217616 h 604181"/>
              <a:gd name="connsiteX51" fmla="*/ 244792 w 336456"/>
              <a:gd name="connsiteY51" fmla="*/ 226850 h 604181"/>
              <a:gd name="connsiteX52" fmla="*/ 244792 w 336456"/>
              <a:gd name="connsiteY52" fmla="*/ 347091 h 604181"/>
              <a:gd name="connsiteX53" fmla="*/ 205977 w 336456"/>
              <a:gd name="connsiteY53" fmla="*/ 385852 h 604181"/>
              <a:gd name="connsiteX54" fmla="*/ 130480 w 336456"/>
              <a:gd name="connsiteY54" fmla="*/ 385852 h 604181"/>
              <a:gd name="connsiteX55" fmla="*/ 91665 w 336456"/>
              <a:gd name="connsiteY55" fmla="*/ 347091 h 604181"/>
              <a:gd name="connsiteX56" fmla="*/ 91665 w 336456"/>
              <a:gd name="connsiteY56" fmla="*/ 226850 h 604181"/>
              <a:gd name="connsiteX57" fmla="*/ 100911 w 336456"/>
              <a:gd name="connsiteY57" fmla="*/ 217616 h 604181"/>
              <a:gd name="connsiteX58" fmla="*/ 109853 w 336456"/>
              <a:gd name="connsiteY58" fmla="*/ 217616 h 604181"/>
              <a:gd name="connsiteX59" fmla="*/ 118896 w 336456"/>
              <a:gd name="connsiteY59" fmla="*/ 206861 h 604181"/>
              <a:gd name="connsiteX60" fmla="*/ 118896 w 336456"/>
              <a:gd name="connsiteY60" fmla="*/ 192350 h 604181"/>
              <a:gd name="connsiteX61" fmla="*/ 140337 w 336456"/>
              <a:gd name="connsiteY61" fmla="*/ 170839 h 604181"/>
              <a:gd name="connsiteX62" fmla="*/ 50595 w 336456"/>
              <a:gd name="connsiteY62" fmla="*/ 74699 h 604181"/>
              <a:gd name="connsiteX63" fmla="*/ 39924 w 336456"/>
              <a:gd name="connsiteY63" fmla="*/ 85351 h 604181"/>
              <a:gd name="connsiteX64" fmla="*/ 39924 w 336456"/>
              <a:gd name="connsiteY64" fmla="*/ 514384 h 604181"/>
              <a:gd name="connsiteX65" fmla="*/ 50595 w 336456"/>
              <a:gd name="connsiteY65" fmla="*/ 525036 h 604181"/>
              <a:gd name="connsiteX66" fmla="*/ 285760 w 336456"/>
              <a:gd name="connsiteY66" fmla="*/ 525036 h 604181"/>
              <a:gd name="connsiteX67" fmla="*/ 296533 w 336456"/>
              <a:gd name="connsiteY67" fmla="*/ 514384 h 604181"/>
              <a:gd name="connsiteX68" fmla="*/ 296533 w 336456"/>
              <a:gd name="connsiteY68" fmla="*/ 85351 h 604181"/>
              <a:gd name="connsiteX69" fmla="*/ 285760 w 336456"/>
              <a:gd name="connsiteY69" fmla="*/ 74699 h 604181"/>
              <a:gd name="connsiteX70" fmla="*/ 35961 w 336456"/>
              <a:gd name="connsiteY70" fmla="*/ 66684 h 604181"/>
              <a:gd name="connsiteX71" fmla="*/ 300496 w 336456"/>
              <a:gd name="connsiteY71" fmla="*/ 66684 h 604181"/>
              <a:gd name="connsiteX72" fmla="*/ 304561 w 336456"/>
              <a:gd name="connsiteY72" fmla="*/ 70742 h 604181"/>
              <a:gd name="connsiteX73" fmla="*/ 304561 w 336456"/>
              <a:gd name="connsiteY73" fmla="*/ 529094 h 604181"/>
              <a:gd name="connsiteX74" fmla="*/ 300496 w 336456"/>
              <a:gd name="connsiteY74" fmla="*/ 533051 h 604181"/>
              <a:gd name="connsiteX75" fmla="*/ 35961 w 336456"/>
              <a:gd name="connsiteY75" fmla="*/ 533051 h 604181"/>
              <a:gd name="connsiteX76" fmla="*/ 31896 w 336456"/>
              <a:gd name="connsiteY76" fmla="*/ 529094 h 604181"/>
              <a:gd name="connsiteX77" fmla="*/ 31896 w 336456"/>
              <a:gd name="connsiteY77" fmla="*/ 70742 h 604181"/>
              <a:gd name="connsiteX78" fmla="*/ 35961 w 336456"/>
              <a:gd name="connsiteY78" fmla="*/ 66684 h 604181"/>
              <a:gd name="connsiteX79" fmla="*/ 145588 w 336456"/>
              <a:gd name="connsiteY79" fmla="*/ 34224 h 604181"/>
              <a:gd name="connsiteX80" fmla="*/ 190799 w 336456"/>
              <a:gd name="connsiteY80" fmla="*/ 34224 h 604181"/>
              <a:gd name="connsiteX81" fmla="*/ 194761 w 336456"/>
              <a:gd name="connsiteY81" fmla="*/ 38261 h 604181"/>
              <a:gd name="connsiteX82" fmla="*/ 190799 w 336456"/>
              <a:gd name="connsiteY82" fmla="*/ 42198 h 604181"/>
              <a:gd name="connsiteX83" fmla="*/ 145588 w 336456"/>
              <a:gd name="connsiteY83" fmla="*/ 42198 h 604181"/>
              <a:gd name="connsiteX84" fmla="*/ 141625 w 336456"/>
              <a:gd name="connsiteY84" fmla="*/ 38261 h 604181"/>
              <a:gd name="connsiteX85" fmla="*/ 145588 w 336456"/>
              <a:gd name="connsiteY85" fmla="*/ 34224 h 604181"/>
              <a:gd name="connsiteX86" fmla="*/ 41053 w 336456"/>
              <a:gd name="connsiteY86" fmla="*/ 16030 h 604181"/>
              <a:gd name="connsiteX87" fmla="*/ 16055 w 336456"/>
              <a:gd name="connsiteY87" fmla="*/ 40989 h 604181"/>
              <a:gd name="connsiteX88" fmla="*/ 16055 w 336456"/>
              <a:gd name="connsiteY88" fmla="*/ 563192 h 604181"/>
              <a:gd name="connsiteX89" fmla="*/ 41053 w 336456"/>
              <a:gd name="connsiteY89" fmla="*/ 588151 h 604181"/>
              <a:gd name="connsiteX90" fmla="*/ 295403 w 336456"/>
              <a:gd name="connsiteY90" fmla="*/ 588151 h 604181"/>
              <a:gd name="connsiteX91" fmla="*/ 320401 w 336456"/>
              <a:gd name="connsiteY91" fmla="*/ 563192 h 604181"/>
              <a:gd name="connsiteX92" fmla="*/ 320401 w 336456"/>
              <a:gd name="connsiteY92" fmla="*/ 40989 h 604181"/>
              <a:gd name="connsiteX93" fmla="*/ 295403 w 336456"/>
              <a:gd name="connsiteY93" fmla="*/ 16030 h 604181"/>
              <a:gd name="connsiteX94" fmla="*/ 41053 w 336456"/>
              <a:gd name="connsiteY94" fmla="*/ 0 h 604181"/>
              <a:gd name="connsiteX95" fmla="*/ 295403 w 336456"/>
              <a:gd name="connsiteY95" fmla="*/ 0 h 604181"/>
              <a:gd name="connsiteX96" fmla="*/ 336456 w 336456"/>
              <a:gd name="connsiteY96" fmla="*/ 40989 h 604181"/>
              <a:gd name="connsiteX97" fmla="*/ 336456 w 336456"/>
              <a:gd name="connsiteY97" fmla="*/ 563192 h 604181"/>
              <a:gd name="connsiteX98" fmla="*/ 295403 w 336456"/>
              <a:gd name="connsiteY98" fmla="*/ 604181 h 604181"/>
              <a:gd name="connsiteX99" fmla="*/ 41053 w 336456"/>
              <a:gd name="connsiteY99" fmla="*/ 604181 h 604181"/>
              <a:gd name="connsiteX100" fmla="*/ 0 w 336456"/>
              <a:gd name="connsiteY100" fmla="*/ 563192 h 604181"/>
              <a:gd name="connsiteX101" fmla="*/ 0 w 336456"/>
              <a:gd name="connsiteY101" fmla="*/ 40989 h 604181"/>
              <a:gd name="connsiteX102" fmla="*/ 41053 w 336456"/>
              <a:gd name="connsiteY102" fmla="*/ 0 h 604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336456" h="604181">
                <a:moveTo>
                  <a:pt x="145078" y="550205"/>
                </a:moveTo>
                <a:cubicBezTo>
                  <a:pt x="139994" y="550205"/>
                  <a:pt x="135826" y="554363"/>
                  <a:pt x="135826" y="559434"/>
                </a:cubicBezTo>
                <a:lnTo>
                  <a:pt x="135826" y="562172"/>
                </a:lnTo>
                <a:cubicBezTo>
                  <a:pt x="135826" y="567242"/>
                  <a:pt x="139994" y="571400"/>
                  <a:pt x="145078" y="571400"/>
                </a:cubicBezTo>
                <a:lnTo>
                  <a:pt x="191339" y="571400"/>
                </a:lnTo>
                <a:cubicBezTo>
                  <a:pt x="196422" y="571400"/>
                  <a:pt x="200489" y="567242"/>
                  <a:pt x="200489" y="562172"/>
                </a:cubicBezTo>
                <a:lnTo>
                  <a:pt x="200489" y="559434"/>
                </a:lnTo>
                <a:cubicBezTo>
                  <a:pt x="200489" y="554363"/>
                  <a:pt x="196422" y="550205"/>
                  <a:pt x="191339" y="550205"/>
                </a:cubicBezTo>
                <a:close/>
                <a:moveTo>
                  <a:pt x="145078" y="542295"/>
                </a:moveTo>
                <a:lnTo>
                  <a:pt x="191339" y="542295"/>
                </a:lnTo>
                <a:cubicBezTo>
                  <a:pt x="200794" y="542295"/>
                  <a:pt x="208521" y="550002"/>
                  <a:pt x="208521" y="559434"/>
                </a:cubicBezTo>
                <a:lnTo>
                  <a:pt x="208521" y="562172"/>
                </a:lnTo>
                <a:cubicBezTo>
                  <a:pt x="208521" y="571603"/>
                  <a:pt x="200794" y="579412"/>
                  <a:pt x="191339" y="579412"/>
                </a:cubicBezTo>
                <a:lnTo>
                  <a:pt x="145078" y="579412"/>
                </a:lnTo>
                <a:cubicBezTo>
                  <a:pt x="135521" y="579412"/>
                  <a:pt x="127794" y="571705"/>
                  <a:pt x="127794" y="562172"/>
                </a:cubicBezTo>
                <a:lnTo>
                  <a:pt x="127794" y="559434"/>
                </a:lnTo>
                <a:cubicBezTo>
                  <a:pt x="127794" y="550002"/>
                  <a:pt x="135521" y="542295"/>
                  <a:pt x="145078" y="542295"/>
                </a:cubicBezTo>
                <a:close/>
                <a:moveTo>
                  <a:pt x="168158" y="282479"/>
                </a:moveTo>
                <a:cubicBezTo>
                  <a:pt x="157489" y="282479"/>
                  <a:pt x="148851" y="291095"/>
                  <a:pt x="148851" y="301738"/>
                </a:cubicBezTo>
                <a:cubicBezTo>
                  <a:pt x="148851" y="312380"/>
                  <a:pt x="157489" y="320996"/>
                  <a:pt x="168158" y="320996"/>
                </a:cubicBezTo>
                <a:cubicBezTo>
                  <a:pt x="178828" y="320996"/>
                  <a:pt x="187567" y="312380"/>
                  <a:pt x="187567" y="301738"/>
                </a:cubicBezTo>
                <a:cubicBezTo>
                  <a:pt x="187567" y="291095"/>
                  <a:pt x="178828" y="282479"/>
                  <a:pt x="168158" y="282479"/>
                </a:cubicBezTo>
                <a:close/>
                <a:moveTo>
                  <a:pt x="168158" y="273864"/>
                </a:moveTo>
                <a:cubicBezTo>
                  <a:pt x="183604" y="273864"/>
                  <a:pt x="196102" y="286331"/>
                  <a:pt x="196102" y="301738"/>
                </a:cubicBezTo>
                <a:cubicBezTo>
                  <a:pt x="196102" y="317144"/>
                  <a:pt x="183604" y="329611"/>
                  <a:pt x="168158" y="329611"/>
                </a:cubicBezTo>
                <a:cubicBezTo>
                  <a:pt x="152814" y="329611"/>
                  <a:pt x="140214" y="317144"/>
                  <a:pt x="140214" y="301738"/>
                </a:cubicBezTo>
                <a:cubicBezTo>
                  <a:pt x="140214" y="286331"/>
                  <a:pt x="152814" y="273864"/>
                  <a:pt x="168158" y="273864"/>
                </a:cubicBezTo>
                <a:close/>
                <a:moveTo>
                  <a:pt x="100911" y="226140"/>
                </a:moveTo>
                <a:cubicBezTo>
                  <a:pt x="100505" y="226140"/>
                  <a:pt x="100302" y="226444"/>
                  <a:pt x="100302" y="226850"/>
                </a:cubicBezTo>
                <a:lnTo>
                  <a:pt x="100302" y="347091"/>
                </a:lnTo>
                <a:cubicBezTo>
                  <a:pt x="100302" y="363732"/>
                  <a:pt x="113816" y="377329"/>
                  <a:pt x="130480" y="377329"/>
                </a:cubicBezTo>
                <a:lnTo>
                  <a:pt x="205977" y="377329"/>
                </a:lnTo>
                <a:cubicBezTo>
                  <a:pt x="222641" y="377329"/>
                  <a:pt x="236155" y="363732"/>
                  <a:pt x="236155" y="347091"/>
                </a:cubicBezTo>
                <a:lnTo>
                  <a:pt x="236155" y="226850"/>
                </a:lnTo>
                <a:cubicBezTo>
                  <a:pt x="236155" y="226444"/>
                  <a:pt x="235952" y="226140"/>
                  <a:pt x="235546" y="226140"/>
                </a:cubicBezTo>
                <a:lnTo>
                  <a:pt x="217561" y="226140"/>
                </a:lnTo>
                <a:lnTo>
                  <a:pt x="118896" y="226140"/>
                </a:lnTo>
                <a:close/>
                <a:moveTo>
                  <a:pt x="140337" y="179464"/>
                </a:moveTo>
                <a:cubicBezTo>
                  <a:pt x="133223" y="179464"/>
                  <a:pt x="127533" y="185248"/>
                  <a:pt x="127533" y="192350"/>
                </a:cubicBezTo>
                <a:lnTo>
                  <a:pt x="127533" y="206861"/>
                </a:lnTo>
                <a:cubicBezTo>
                  <a:pt x="127533" y="212847"/>
                  <a:pt x="132309" y="217616"/>
                  <a:pt x="138202" y="217616"/>
                </a:cubicBezTo>
                <a:lnTo>
                  <a:pt x="198255" y="217616"/>
                </a:lnTo>
                <a:cubicBezTo>
                  <a:pt x="204148" y="217616"/>
                  <a:pt x="208924" y="212847"/>
                  <a:pt x="208924" y="206861"/>
                </a:cubicBezTo>
                <a:lnTo>
                  <a:pt x="208924" y="192350"/>
                </a:lnTo>
                <a:cubicBezTo>
                  <a:pt x="208924" y="185248"/>
                  <a:pt x="203132" y="179464"/>
                  <a:pt x="196019" y="179464"/>
                </a:cubicBezTo>
                <a:close/>
                <a:moveTo>
                  <a:pt x="140337" y="170839"/>
                </a:moveTo>
                <a:lnTo>
                  <a:pt x="196019" y="170839"/>
                </a:lnTo>
                <a:cubicBezTo>
                  <a:pt x="207908" y="170839"/>
                  <a:pt x="217561" y="180479"/>
                  <a:pt x="217561" y="192350"/>
                </a:cubicBezTo>
                <a:lnTo>
                  <a:pt x="217561" y="206861"/>
                </a:lnTo>
                <a:cubicBezTo>
                  <a:pt x="217561" y="212847"/>
                  <a:pt x="221523" y="217616"/>
                  <a:pt x="226502" y="217616"/>
                </a:cubicBezTo>
                <a:cubicBezTo>
                  <a:pt x="231481" y="217616"/>
                  <a:pt x="235546" y="217616"/>
                  <a:pt x="235546" y="217616"/>
                </a:cubicBezTo>
                <a:cubicBezTo>
                  <a:pt x="240626" y="217616"/>
                  <a:pt x="244792" y="221675"/>
                  <a:pt x="244792" y="226850"/>
                </a:cubicBezTo>
                <a:lnTo>
                  <a:pt x="244792" y="347091"/>
                </a:lnTo>
                <a:cubicBezTo>
                  <a:pt x="244792" y="368501"/>
                  <a:pt x="227417" y="385852"/>
                  <a:pt x="205977" y="385852"/>
                </a:cubicBezTo>
                <a:lnTo>
                  <a:pt x="130480" y="385852"/>
                </a:lnTo>
                <a:cubicBezTo>
                  <a:pt x="109040" y="385852"/>
                  <a:pt x="91665" y="368501"/>
                  <a:pt x="91665" y="347091"/>
                </a:cubicBezTo>
                <a:lnTo>
                  <a:pt x="91665" y="226850"/>
                </a:lnTo>
                <a:cubicBezTo>
                  <a:pt x="91665" y="221675"/>
                  <a:pt x="95729" y="217616"/>
                  <a:pt x="100911" y="217616"/>
                </a:cubicBezTo>
                <a:lnTo>
                  <a:pt x="109853" y="217616"/>
                </a:lnTo>
                <a:cubicBezTo>
                  <a:pt x="114832" y="217616"/>
                  <a:pt x="118896" y="212847"/>
                  <a:pt x="118896" y="206861"/>
                </a:cubicBezTo>
                <a:lnTo>
                  <a:pt x="118896" y="192350"/>
                </a:lnTo>
                <a:cubicBezTo>
                  <a:pt x="118896" y="180479"/>
                  <a:pt x="128549" y="170839"/>
                  <a:pt x="140337" y="170839"/>
                </a:cubicBezTo>
                <a:close/>
                <a:moveTo>
                  <a:pt x="50595" y="74699"/>
                </a:moveTo>
                <a:cubicBezTo>
                  <a:pt x="44701" y="74699"/>
                  <a:pt x="39924" y="79467"/>
                  <a:pt x="39924" y="85351"/>
                </a:cubicBezTo>
                <a:lnTo>
                  <a:pt x="39924" y="514384"/>
                </a:lnTo>
                <a:cubicBezTo>
                  <a:pt x="39924" y="520268"/>
                  <a:pt x="44701" y="525036"/>
                  <a:pt x="50595" y="525036"/>
                </a:cubicBezTo>
                <a:lnTo>
                  <a:pt x="285760" y="525036"/>
                </a:lnTo>
                <a:cubicBezTo>
                  <a:pt x="291655" y="525036"/>
                  <a:pt x="296533" y="520268"/>
                  <a:pt x="296533" y="514384"/>
                </a:cubicBezTo>
                <a:lnTo>
                  <a:pt x="296533" y="85351"/>
                </a:lnTo>
                <a:cubicBezTo>
                  <a:pt x="296533" y="79467"/>
                  <a:pt x="291655" y="74699"/>
                  <a:pt x="285760" y="74699"/>
                </a:cubicBezTo>
                <a:close/>
                <a:moveTo>
                  <a:pt x="35961" y="66684"/>
                </a:moveTo>
                <a:lnTo>
                  <a:pt x="300496" y="66684"/>
                </a:lnTo>
                <a:cubicBezTo>
                  <a:pt x="302732" y="66684"/>
                  <a:pt x="304561" y="68510"/>
                  <a:pt x="304561" y="70742"/>
                </a:cubicBezTo>
                <a:lnTo>
                  <a:pt x="304561" y="529094"/>
                </a:lnTo>
                <a:cubicBezTo>
                  <a:pt x="304561" y="531326"/>
                  <a:pt x="302732" y="533051"/>
                  <a:pt x="300496" y="533051"/>
                </a:cubicBezTo>
                <a:lnTo>
                  <a:pt x="35961" y="533051"/>
                </a:lnTo>
                <a:cubicBezTo>
                  <a:pt x="33725" y="533051"/>
                  <a:pt x="31896" y="531326"/>
                  <a:pt x="31896" y="529094"/>
                </a:cubicBezTo>
                <a:lnTo>
                  <a:pt x="31896" y="70742"/>
                </a:lnTo>
                <a:cubicBezTo>
                  <a:pt x="31896" y="68510"/>
                  <a:pt x="33725" y="66684"/>
                  <a:pt x="35961" y="66684"/>
                </a:cubicBezTo>
                <a:close/>
                <a:moveTo>
                  <a:pt x="145588" y="34224"/>
                </a:moveTo>
                <a:lnTo>
                  <a:pt x="190799" y="34224"/>
                </a:lnTo>
                <a:cubicBezTo>
                  <a:pt x="192932" y="34224"/>
                  <a:pt x="194761" y="36041"/>
                  <a:pt x="194761" y="38261"/>
                </a:cubicBezTo>
                <a:cubicBezTo>
                  <a:pt x="194761" y="40482"/>
                  <a:pt x="192932" y="42198"/>
                  <a:pt x="190799" y="42198"/>
                </a:cubicBezTo>
                <a:lnTo>
                  <a:pt x="145588" y="42198"/>
                </a:lnTo>
                <a:cubicBezTo>
                  <a:pt x="143352" y="42198"/>
                  <a:pt x="141625" y="40482"/>
                  <a:pt x="141625" y="38261"/>
                </a:cubicBezTo>
                <a:cubicBezTo>
                  <a:pt x="141625" y="36041"/>
                  <a:pt x="143352" y="34224"/>
                  <a:pt x="145588" y="34224"/>
                </a:cubicBezTo>
                <a:close/>
                <a:moveTo>
                  <a:pt x="41053" y="16030"/>
                </a:moveTo>
                <a:cubicBezTo>
                  <a:pt x="27233" y="16030"/>
                  <a:pt x="16055" y="27191"/>
                  <a:pt x="16055" y="40989"/>
                </a:cubicBezTo>
                <a:lnTo>
                  <a:pt x="16055" y="563192"/>
                </a:lnTo>
                <a:cubicBezTo>
                  <a:pt x="16055" y="576889"/>
                  <a:pt x="27233" y="588151"/>
                  <a:pt x="41053" y="588151"/>
                </a:cubicBezTo>
                <a:lnTo>
                  <a:pt x="295403" y="588151"/>
                </a:lnTo>
                <a:cubicBezTo>
                  <a:pt x="309121" y="588151"/>
                  <a:pt x="320401" y="576889"/>
                  <a:pt x="320401" y="563192"/>
                </a:cubicBezTo>
                <a:lnTo>
                  <a:pt x="320401" y="40989"/>
                </a:lnTo>
                <a:cubicBezTo>
                  <a:pt x="320401" y="27191"/>
                  <a:pt x="309121" y="16030"/>
                  <a:pt x="295403" y="16030"/>
                </a:cubicBezTo>
                <a:close/>
                <a:moveTo>
                  <a:pt x="41053" y="0"/>
                </a:moveTo>
                <a:lnTo>
                  <a:pt x="295403" y="0"/>
                </a:lnTo>
                <a:cubicBezTo>
                  <a:pt x="318063" y="0"/>
                  <a:pt x="336456" y="18364"/>
                  <a:pt x="336456" y="40989"/>
                </a:cubicBezTo>
                <a:lnTo>
                  <a:pt x="336456" y="563192"/>
                </a:lnTo>
                <a:cubicBezTo>
                  <a:pt x="336456" y="585716"/>
                  <a:pt x="318063" y="604181"/>
                  <a:pt x="295403" y="604181"/>
                </a:cubicBezTo>
                <a:lnTo>
                  <a:pt x="41053" y="604181"/>
                </a:lnTo>
                <a:cubicBezTo>
                  <a:pt x="18393" y="604181"/>
                  <a:pt x="0" y="585716"/>
                  <a:pt x="0" y="563192"/>
                </a:cubicBezTo>
                <a:lnTo>
                  <a:pt x="0" y="40989"/>
                </a:lnTo>
                <a:cubicBezTo>
                  <a:pt x="0" y="18364"/>
                  <a:pt x="18393" y="0"/>
                  <a:pt x="41053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26" name="key_250415">
            <a:extLst>
              <a:ext uri="{FF2B5EF4-FFF2-40B4-BE49-F238E27FC236}">
                <a16:creationId xmlns:a16="http://schemas.microsoft.com/office/drawing/2014/main" id="{78E866B8-A3B8-41A9-A780-0368C75E000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7967392" y="836100"/>
            <a:ext cx="676873" cy="812913"/>
          </a:xfrm>
          <a:custGeom>
            <a:avLst/>
            <a:gdLst>
              <a:gd name="connsiteX0" fmla="*/ 373951 w 505163"/>
              <a:gd name="connsiteY0" fmla="*/ 338038 h 606691"/>
              <a:gd name="connsiteX1" fmla="*/ 340032 w 505163"/>
              <a:gd name="connsiteY1" fmla="*/ 371893 h 606691"/>
              <a:gd name="connsiteX2" fmla="*/ 373951 w 505163"/>
              <a:gd name="connsiteY2" fmla="*/ 405749 h 606691"/>
              <a:gd name="connsiteX3" fmla="*/ 407781 w 505163"/>
              <a:gd name="connsiteY3" fmla="*/ 371893 h 606691"/>
              <a:gd name="connsiteX4" fmla="*/ 373951 w 505163"/>
              <a:gd name="connsiteY4" fmla="*/ 338038 h 606691"/>
              <a:gd name="connsiteX5" fmla="*/ 373951 w 505163"/>
              <a:gd name="connsiteY5" fmla="*/ 315467 h 606691"/>
              <a:gd name="connsiteX6" fmla="*/ 430394 w 505163"/>
              <a:gd name="connsiteY6" fmla="*/ 371893 h 606691"/>
              <a:gd name="connsiteX7" fmla="*/ 373951 w 505163"/>
              <a:gd name="connsiteY7" fmla="*/ 428231 h 606691"/>
              <a:gd name="connsiteX8" fmla="*/ 317419 w 505163"/>
              <a:gd name="connsiteY8" fmla="*/ 371893 h 606691"/>
              <a:gd name="connsiteX9" fmla="*/ 373951 w 505163"/>
              <a:gd name="connsiteY9" fmla="*/ 315467 h 606691"/>
              <a:gd name="connsiteX10" fmla="*/ 332192 w 505163"/>
              <a:gd name="connsiteY10" fmla="*/ 218952 h 606691"/>
              <a:gd name="connsiteX11" fmla="*/ 316261 w 505163"/>
              <a:gd name="connsiteY11" fmla="*/ 225529 h 606691"/>
              <a:gd name="connsiteX12" fmla="*/ 123487 w 505163"/>
              <a:gd name="connsiteY12" fmla="*/ 418021 h 606691"/>
              <a:gd name="connsiteX13" fmla="*/ 123487 w 505163"/>
              <a:gd name="connsiteY13" fmla="*/ 449925 h 606691"/>
              <a:gd name="connsiteX14" fmla="*/ 251291 w 505163"/>
              <a:gd name="connsiteY14" fmla="*/ 577542 h 606691"/>
              <a:gd name="connsiteX15" fmla="*/ 283242 w 505163"/>
              <a:gd name="connsiteY15" fmla="*/ 577542 h 606691"/>
              <a:gd name="connsiteX16" fmla="*/ 475927 w 505163"/>
              <a:gd name="connsiteY16" fmla="*/ 385050 h 606691"/>
              <a:gd name="connsiteX17" fmla="*/ 475927 w 505163"/>
              <a:gd name="connsiteY17" fmla="*/ 353146 h 606691"/>
              <a:gd name="connsiteX18" fmla="*/ 348212 w 505163"/>
              <a:gd name="connsiteY18" fmla="*/ 225618 h 606691"/>
              <a:gd name="connsiteX19" fmla="*/ 332192 w 505163"/>
              <a:gd name="connsiteY19" fmla="*/ 218952 h 606691"/>
              <a:gd name="connsiteX20" fmla="*/ 87086 w 505163"/>
              <a:gd name="connsiteY20" fmla="*/ 26905 h 606691"/>
              <a:gd name="connsiteX21" fmla="*/ 40450 w 505163"/>
              <a:gd name="connsiteY21" fmla="*/ 73561 h 606691"/>
              <a:gd name="connsiteX22" fmla="*/ 39293 w 505163"/>
              <a:gd name="connsiteY22" fmla="*/ 74895 h 606691"/>
              <a:gd name="connsiteX23" fmla="*/ 27278 w 505163"/>
              <a:gd name="connsiteY23" fmla="*/ 86892 h 606691"/>
              <a:gd name="connsiteX24" fmla="*/ 67150 w 505163"/>
              <a:gd name="connsiteY24" fmla="*/ 126794 h 606691"/>
              <a:gd name="connsiteX25" fmla="*/ 79254 w 505163"/>
              <a:gd name="connsiteY25" fmla="*/ 114708 h 606691"/>
              <a:gd name="connsiteX26" fmla="*/ 95185 w 505163"/>
              <a:gd name="connsiteY26" fmla="*/ 114708 h 606691"/>
              <a:gd name="connsiteX27" fmla="*/ 245239 w 505163"/>
              <a:gd name="connsiteY27" fmla="*/ 264543 h 606691"/>
              <a:gd name="connsiteX28" fmla="*/ 285200 w 505163"/>
              <a:gd name="connsiteY28" fmla="*/ 224729 h 606691"/>
              <a:gd name="connsiteX29" fmla="*/ 79165 w 505163"/>
              <a:gd name="connsiteY29" fmla="*/ 3088 h 606691"/>
              <a:gd name="connsiteX30" fmla="*/ 95096 w 505163"/>
              <a:gd name="connsiteY30" fmla="*/ 3177 h 606691"/>
              <a:gd name="connsiteX31" fmla="*/ 301220 w 505163"/>
              <a:gd name="connsiteY31" fmla="*/ 209177 h 606691"/>
              <a:gd name="connsiteX32" fmla="*/ 332192 w 505163"/>
              <a:gd name="connsiteY32" fmla="*/ 197179 h 606691"/>
              <a:gd name="connsiteX33" fmla="*/ 364143 w 505163"/>
              <a:gd name="connsiteY33" fmla="*/ 209977 h 606691"/>
              <a:gd name="connsiteX34" fmla="*/ 491947 w 505163"/>
              <a:gd name="connsiteY34" fmla="*/ 337238 h 606691"/>
              <a:gd name="connsiteX35" fmla="*/ 491947 w 505163"/>
              <a:gd name="connsiteY35" fmla="*/ 401047 h 606691"/>
              <a:gd name="connsiteX36" fmla="*/ 299173 w 505163"/>
              <a:gd name="connsiteY36" fmla="*/ 593450 h 606691"/>
              <a:gd name="connsiteX37" fmla="*/ 267222 w 505163"/>
              <a:gd name="connsiteY37" fmla="*/ 606691 h 606691"/>
              <a:gd name="connsiteX38" fmla="*/ 235271 w 505163"/>
              <a:gd name="connsiteY38" fmla="*/ 593450 h 606691"/>
              <a:gd name="connsiteX39" fmla="*/ 107556 w 505163"/>
              <a:gd name="connsiteY39" fmla="*/ 465921 h 606691"/>
              <a:gd name="connsiteX40" fmla="*/ 107556 w 505163"/>
              <a:gd name="connsiteY40" fmla="*/ 402113 h 606691"/>
              <a:gd name="connsiteX41" fmla="*/ 229308 w 505163"/>
              <a:gd name="connsiteY41" fmla="*/ 280539 h 606691"/>
              <a:gd name="connsiteX42" fmla="*/ 87264 w 505163"/>
              <a:gd name="connsiteY42" fmla="*/ 138703 h 606691"/>
              <a:gd name="connsiteX43" fmla="*/ 75160 w 505163"/>
              <a:gd name="connsiteY43" fmla="*/ 150700 h 606691"/>
              <a:gd name="connsiteX44" fmla="*/ 59229 w 505163"/>
              <a:gd name="connsiteY44" fmla="*/ 150700 h 606691"/>
              <a:gd name="connsiteX45" fmla="*/ 3337 w 505163"/>
              <a:gd name="connsiteY45" fmla="*/ 94890 h 606691"/>
              <a:gd name="connsiteX46" fmla="*/ 3337 w 505163"/>
              <a:gd name="connsiteY46" fmla="*/ 78983 h 606691"/>
              <a:gd name="connsiteX47" fmla="*/ 22116 w 505163"/>
              <a:gd name="connsiteY47" fmla="*/ 60142 h 606691"/>
              <a:gd name="connsiteX48" fmla="*/ 23273 w 505163"/>
              <a:gd name="connsiteY48" fmla="*/ 58898 h 606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505163" h="606691">
                <a:moveTo>
                  <a:pt x="373951" y="338038"/>
                </a:moveTo>
                <a:cubicBezTo>
                  <a:pt x="355256" y="338038"/>
                  <a:pt x="340032" y="353233"/>
                  <a:pt x="340032" y="371893"/>
                </a:cubicBezTo>
                <a:cubicBezTo>
                  <a:pt x="340032" y="390554"/>
                  <a:pt x="355256" y="405749"/>
                  <a:pt x="373951" y="405749"/>
                </a:cubicBezTo>
                <a:cubicBezTo>
                  <a:pt x="392647" y="405749"/>
                  <a:pt x="407781" y="390554"/>
                  <a:pt x="407781" y="371893"/>
                </a:cubicBezTo>
                <a:cubicBezTo>
                  <a:pt x="407781" y="353233"/>
                  <a:pt x="392647" y="338038"/>
                  <a:pt x="373951" y="338038"/>
                </a:cubicBezTo>
                <a:close/>
                <a:moveTo>
                  <a:pt x="373951" y="315467"/>
                </a:moveTo>
                <a:cubicBezTo>
                  <a:pt x="405111" y="315467"/>
                  <a:pt x="430394" y="340792"/>
                  <a:pt x="430394" y="371893"/>
                </a:cubicBezTo>
                <a:cubicBezTo>
                  <a:pt x="430394" y="402995"/>
                  <a:pt x="405111" y="428231"/>
                  <a:pt x="373951" y="428231"/>
                </a:cubicBezTo>
                <a:cubicBezTo>
                  <a:pt x="342792" y="428231"/>
                  <a:pt x="317419" y="402995"/>
                  <a:pt x="317419" y="371893"/>
                </a:cubicBezTo>
                <a:cubicBezTo>
                  <a:pt x="317419" y="340792"/>
                  <a:pt x="342792" y="315467"/>
                  <a:pt x="373951" y="315467"/>
                </a:cubicBezTo>
                <a:close/>
                <a:moveTo>
                  <a:pt x="332192" y="218952"/>
                </a:moveTo>
                <a:cubicBezTo>
                  <a:pt x="326140" y="218952"/>
                  <a:pt x="320533" y="221263"/>
                  <a:pt x="316261" y="225529"/>
                </a:cubicBezTo>
                <a:lnTo>
                  <a:pt x="123487" y="418021"/>
                </a:lnTo>
                <a:cubicBezTo>
                  <a:pt x="114676" y="426819"/>
                  <a:pt x="114676" y="441127"/>
                  <a:pt x="123487" y="449925"/>
                </a:cubicBezTo>
                <a:lnTo>
                  <a:pt x="251291" y="577542"/>
                </a:lnTo>
                <a:cubicBezTo>
                  <a:pt x="260102" y="586340"/>
                  <a:pt x="274431" y="586340"/>
                  <a:pt x="283242" y="577542"/>
                </a:cubicBezTo>
                <a:lnTo>
                  <a:pt x="475927" y="385050"/>
                </a:lnTo>
                <a:cubicBezTo>
                  <a:pt x="484738" y="376252"/>
                  <a:pt x="484738" y="361944"/>
                  <a:pt x="475927" y="353146"/>
                </a:cubicBezTo>
                <a:lnTo>
                  <a:pt x="348212" y="225618"/>
                </a:lnTo>
                <a:cubicBezTo>
                  <a:pt x="343940" y="221352"/>
                  <a:pt x="338244" y="218952"/>
                  <a:pt x="332192" y="218952"/>
                </a:cubicBezTo>
                <a:close/>
                <a:moveTo>
                  <a:pt x="87086" y="26905"/>
                </a:moveTo>
                <a:lnTo>
                  <a:pt x="40450" y="73561"/>
                </a:lnTo>
                <a:cubicBezTo>
                  <a:pt x="40094" y="74006"/>
                  <a:pt x="39738" y="74450"/>
                  <a:pt x="39293" y="74895"/>
                </a:cubicBezTo>
                <a:lnTo>
                  <a:pt x="27278" y="86892"/>
                </a:lnTo>
                <a:lnTo>
                  <a:pt x="67150" y="126794"/>
                </a:lnTo>
                <a:lnTo>
                  <a:pt x="79254" y="114708"/>
                </a:lnTo>
                <a:cubicBezTo>
                  <a:pt x="83615" y="110354"/>
                  <a:pt x="90824" y="110354"/>
                  <a:pt x="95185" y="114708"/>
                </a:cubicBezTo>
                <a:lnTo>
                  <a:pt x="245239" y="264543"/>
                </a:lnTo>
                <a:lnTo>
                  <a:pt x="285200" y="224729"/>
                </a:lnTo>
                <a:close/>
                <a:moveTo>
                  <a:pt x="79165" y="3088"/>
                </a:moveTo>
                <a:cubicBezTo>
                  <a:pt x="83348" y="-1089"/>
                  <a:pt x="90913" y="-1000"/>
                  <a:pt x="95096" y="3177"/>
                </a:cubicBezTo>
                <a:lnTo>
                  <a:pt x="301220" y="209177"/>
                </a:lnTo>
                <a:cubicBezTo>
                  <a:pt x="309586" y="201178"/>
                  <a:pt x="320533" y="197179"/>
                  <a:pt x="332192" y="197179"/>
                </a:cubicBezTo>
                <a:cubicBezTo>
                  <a:pt x="344296" y="197179"/>
                  <a:pt x="355599" y="201834"/>
                  <a:pt x="364143" y="209977"/>
                </a:cubicBezTo>
                <a:lnTo>
                  <a:pt x="491947" y="337238"/>
                </a:lnTo>
                <a:cubicBezTo>
                  <a:pt x="509569" y="354834"/>
                  <a:pt x="509569" y="383450"/>
                  <a:pt x="491947" y="401047"/>
                </a:cubicBezTo>
                <a:lnTo>
                  <a:pt x="299173" y="593450"/>
                </a:lnTo>
                <a:cubicBezTo>
                  <a:pt x="290362" y="602248"/>
                  <a:pt x="278792" y="606691"/>
                  <a:pt x="267222" y="606691"/>
                </a:cubicBezTo>
                <a:cubicBezTo>
                  <a:pt x="255652" y="606691"/>
                  <a:pt x="244082" y="602248"/>
                  <a:pt x="235271" y="593450"/>
                </a:cubicBezTo>
                <a:lnTo>
                  <a:pt x="107556" y="465921"/>
                </a:lnTo>
                <a:cubicBezTo>
                  <a:pt x="89934" y="448325"/>
                  <a:pt x="89934" y="419709"/>
                  <a:pt x="107556" y="402113"/>
                </a:cubicBezTo>
                <a:lnTo>
                  <a:pt x="229308" y="280539"/>
                </a:lnTo>
                <a:lnTo>
                  <a:pt x="87264" y="138703"/>
                </a:lnTo>
                <a:lnTo>
                  <a:pt x="75160" y="150700"/>
                </a:lnTo>
                <a:cubicBezTo>
                  <a:pt x="70710" y="155144"/>
                  <a:pt x="63590" y="155144"/>
                  <a:pt x="59229" y="150700"/>
                </a:cubicBezTo>
                <a:lnTo>
                  <a:pt x="3337" y="94890"/>
                </a:lnTo>
                <a:cubicBezTo>
                  <a:pt x="-1113" y="90447"/>
                  <a:pt x="-1113" y="83337"/>
                  <a:pt x="3337" y="78983"/>
                </a:cubicBezTo>
                <a:lnTo>
                  <a:pt x="22116" y="60142"/>
                </a:lnTo>
                <a:cubicBezTo>
                  <a:pt x="22472" y="59698"/>
                  <a:pt x="22828" y="59253"/>
                  <a:pt x="23273" y="58898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27" name="padlock_182170">
            <a:extLst>
              <a:ext uri="{FF2B5EF4-FFF2-40B4-BE49-F238E27FC236}">
                <a16:creationId xmlns:a16="http://schemas.microsoft.com/office/drawing/2014/main" id="{036A00ED-521B-40E3-B1C2-6024B9ADFD6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57254" y="6272093"/>
            <a:ext cx="571156" cy="812913"/>
          </a:xfrm>
          <a:custGeom>
            <a:avLst/>
            <a:gdLst>
              <a:gd name="connsiteX0" fmla="*/ 284094 w 426286"/>
              <a:gd name="connsiteY0" fmla="*/ 444262 h 606722"/>
              <a:gd name="connsiteX1" fmla="*/ 265671 w 426286"/>
              <a:gd name="connsiteY1" fmla="*/ 522297 h 606722"/>
              <a:gd name="connsiteX2" fmla="*/ 262200 w 426286"/>
              <a:gd name="connsiteY2" fmla="*/ 528785 h 606722"/>
              <a:gd name="connsiteX3" fmla="*/ 320494 w 426286"/>
              <a:gd name="connsiteY3" fmla="*/ 444262 h 606722"/>
              <a:gd name="connsiteX4" fmla="*/ 224643 w 426286"/>
              <a:gd name="connsiteY4" fmla="*/ 444262 h 606722"/>
              <a:gd name="connsiteX5" fmla="*/ 224643 w 426286"/>
              <a:gd name="connsiteY5" fmla="*/ 536961 h 606722"/>
              <a:gd name="connsiteX6" fmla="*/ 261043 w 426286"/>
              <a:gd name="connsiteY6" fmla="*/ 444262 h 606722"/>
              <a:gd name="connsiteX7" fmla="*/ 165192 w 426286"/>
              <a:gd name="connsiteY7" fmla="*/ 444262 h 606722"/>
              <a:gd name="connsiteX8" fmla="*/ 201892 w 426286"/>
              <a:gd name="connsiteY8" fmla="*/ 536961 h 606722"/>
              <a:gd name="connsiteX9" fmla="*/ 201892 w 426286"/>
              <a:gd name="connsiteY9" fmla="*/ 444262 h 606722"/>
              <a:gd name="connsiteX10" fmla="*/ 105742 w 426286"/>
              <a:gd name="connsiteY10" fmla="*/ 444262 h 606722"/>
              <a:gd name="connsiteX11" fmla="*/ 164035 w 426286"/>
              <a:gd name="connsiteY11" fmla="*/ 528785 h 606722"/>
              <a:gd name="connsiteX12" fmla="*/ 160564 w 426286"/>
              <a:gd name="connsiteY12" fmla="*/ 522297 h 606722"/>
              <a:gd name="connsiteX13" fmla="*/ 142142 w 426286"/>
              <a:gd name="connsiteY13" fmla="*/ 444262 h 606722"/>
              <a:gd name="connsiteX14" fmla="*/ 262200 w 426286"/>
              <a:gd name="connsiteY14" fmla="*/ 336719 h 606722"/>
              <a:gd name="connsiteX15" fmla="*/ 265671 w 426286"/>
              <a:gd name="connsiteY15" fmla="*/ 343207 h 606722"/>
              <a:gd name="connsiteX16" fmla="*/ 284094 w 426286"/>
              <a:gd name="connsiteY16" fmla="*/ 421242 h 606722"/>
              <a:gd name="connsiteX17" fmla="*/ 320494 w 426286"/>
              <a:gd name="connsiteY17" fmla="*/ 421242 h 606722"/>
              <a:gd name="connsiteX18" fmla="*/ 262200 w 426286"/>
              <a:gd name="connsiteY18" fmla="*/ 336719 h 606722"/>
              <a:gd name="connsiteX19" fmla="*/ 164035 w 426286"/>
              <a:gd name="connsiteY19" fmla="*/ 336719 h 606722"/>
              <a:gd name="connsiteX20" fmla="*/ 105742 w 426286"/>
              <a:gd name="connsiteY20" fmla="*/ 421242 h 606722"/>
              <a:gd name="connsiteX21" fmla="*/ 142142 w 426286"/>
              <a:gd name="connsiteY21" fmla="*/ 421242 h 606722"/>
              <a:gd name="connsiteX22" fmla="*/ 160564 w 426286"/>
              <a:gd name="connsiteY22" fmla="*/ 343207 h 606722"/>
              <a:gd name="connsiteX23" fmla="*/ 164035 w 426286"/>
              <a:gd name="connsiteY23" fmla="*/ 336719 h 606722"/>
              <a:gd name="connsiteX24" fmla="*/ 224643 w 426286"/>
              <a:gd name="connsiteY24" fmla="*/ 328542 h 606722"/>
              <a:gd name="connsiteX25" fmla="*/ 224643 w 426286"/>
              <a:gd name="connsiteY25" fmla="*/ 421242 h 606722"/>
              <a:gd name="connsiteX26" fmla="*/ 261043 w 426286"/>
              <a:gd name="connsiteY26" fmla="*/ 421242 h 606722"/>
              <a:gd name="connsiteX27" fmla="*/ 224643 w 426286"/>
              <a:gd name="connsiteY27" fmla="*/ 328542 h 606722"/>
              <a:gd name="connsiteX28" fmla="*/ 201892 w 426286"/>
              <a:gd name="connsiteY28" fmla="*/ 328542 h 606722"/>
              <a:gd name="connsiteX29" fmla="*/ 165192 w 426286"/>
              <a:gd name="connsiteY29" fmla="*/ 421242 h 606722"/>
              <a:gd name="connsiteX30" fmla="*/ 201892 w 426286"/>
              <a:gd name="connsiteY30" fmla="*/ 421242 h 606722"/>
              <a:gd name="connsiteX31" fmla="*/ 213073 w 426286"/>
              <a:gd name="connsiteY31" fmla="*/ 301879 h 606722"/>
              <a:gd name="connsiteX32" fmla="*/ 344078 w 426286"/>
              <a:gd name="connsiteY32" fmla="*/ 432708 h 606722"/>
              <a:gd name="connsiteX33" fmla="*/ 213073 w 426286"/>
              <a:gd name="connsiteY33" fmla="*/ 563536 h 606722"/>
              <a:gd name="connsiteX34" fmla="*/ 82068 w 426286"/>
              <a:gd name="connsiteY34" fmla="*/ 432708 h 606722"/>
              <a:gd name="connsiteX35" fmla="*/ 213073 w 426286"/>
              <a:gd name="connsiteY35" fmla="*/ 301879 h 606722"/>
              <a:gd name="connsiteX36" fmla="*/ 40768 w 426286"/>
              <a:gd name="connsiteY36" fmla="*/ 281810 h 606722"/>
              <a:gd name="connsiteX37" fmla="*/ 23055 w 426286"/>
              <a:gd name="connsiteY37" fmla="*/ 299495 h 606722"/>
              <a:gd name="connsiteX38" fmla="*/ 23055 w 426286"/>
              <a:gd name="connsiteY38" fmla="*/ 565930 h 606722"/>
              <a:gd name="connsiteX39" fmla="*/ 40768 w 426286"/>
              <a:gd name="connsiteY39" fmla="*/ 583704 h 606722"/>
              <a:gd name="connsiteX40" fmla="*/ 385429 w 426286"/>
              <a:gd name="connsiteY40" fmla="*/ 583704 h 606722"/>
              <a:gd name="connsiteX41" fmla="*/ 403232 w 426286"/>
              <a:gd name="connsiteY41" fmla="*/ 565930 h 606722"/>
              <a:gd name="connsiteX42" fmla="*/ 403232 w 426286"/>
              <a:gd name="connsiteY42" fmla="*/ 299495 h 606722"/>
              <a:gd name="connsiteX43" fmla="*/ 385429 w 426286"/>
              <a:gd name="connsiteY43" fmla="*/ 281810 h 606722"/>
              <a:gd name="connsiteX44" fmla="*/ 213099 w 426286"/>
              <a:gd name="connsiteY44" fmla="*/ 94914 h 606722"/>
              <a:gd name="connsiteX45" fmla="*/ 145448 w 426286"/>
              <a:gd name="connsiteY45" fmla="*/ 162456 h 606722"/>
              <a:gd name="connsiteX46" fmla="*/ 145448 w 426286"/>
              <a:gd name="connsiteY46" fmla="*/ 258792 h 606722"/>
              <a:gd name="connsiteX47" fmla="*/ 280838 w 426286"/>
              <a:gd name="connsiteY47" fmla="*/ 258792 h 606722"/>
              <a:gd name="connsiteX48" fmla="*/ 280838 w 426286"/>
              <a:gd name="connsiteY48" fmla="*/ 162456 h 606722"/>
              <a:gd name="connsiteX49" fmla="*/ 213099 w 426286"/>
              <a:gd name="connsiteY49" fmla="*/ 94914 h 606722"/>
              <a:gd name="connsiteX50" fmla="*/ 213099 w 426286"/>
              <a:gd name="connsiteY50" fmla="*/ 23018 h 606722"/>
              <a:gd name="connsiteX51" fmla="*/ 73436 w 426286"/>
              <a:gd name="connsiteY51" fmla="*/ 162456 h 606722"/>
              <a:gd name="connsiteX52" fmla="*/ 73436 w 426286"/>
              <a:gd name="connsiteY52" fmla="*/ 258792 h 606722"/>
              <a:gd name="connsiteX53" fmla="*/ 122394 w 426286"/>
              <a:gd name="connsiteY53" fmla="*/ 258792 h 606722"/>
              <a:gd name="connsiteX54" fmla="*/ 122394 w 426286"/>
              <a:gd name="connsiteY54" fmla="*/ 162456 h 606722"/>
              <a:gd name="connsiteX55" fmla="*/ 213099 w 426286"/>
              <a:gd name="connsiteY55" fmla="*/ 71897 h 606722"/>
              <a:gd name="connsiteX56" fmla="*/ 303803 w 426286"/>
              <a:gd name="connsiteY56" fmla="*/ 162456 h 606722"/>
              <a:gd name="connsiteX57" fmla="*/ 303803 w 426286"/>
              <a:gd name="connsiteY57" fmla="*/ 258792 h 606722"/>
              <a:gd name="connsiteX58" fmla="*/ 352761 w 426286"/>
              <a:gd name="connsiteY58" fmla="*/ 258792 h 606722"/>
              <a:gd name="connsiteX59" fmla="*/ 352761 w 426286"/>
              <a:gd name="connsiteY59" fmla="*/ 162456 h 606722"/>
              <a:gd name="connsiteX60" fmla="*/ 213099 w 426286"/>
              <a:gd name="connsiteY60" fmla="*/ 23018 h 606722"/>
              <a:gd name="connsiteX61" fmla="*/ 213099 w 426286"/>
              <a:gd name="connsiteY61" fmla="*/ 0 h 606722"/>
              <a:gd name="connsiteX62" fmla="*/ 375815 w 426286"/>
              <a:gd name="connsiteY62" fmla="*/ 162456 h 606722"/>
              <a:gd name="connsiteX63" fmla="*/ 375815 w 426286"/>
              <a:gd name="connsiteY63" fmla="*/ 258792 h 606722"/>
              <a:gd name="connsiteX64" fmla="*/ 385429 w 426286"/>
              <a:gd name="connsiteY64" fmla="*/ 258792 h 606722"/>
              <a:gd name="connsiteX65" fmla="*/ 426286 w 426286"/>
              <a:gd name="connsiteY65" fmla="*/ 299495 h 606722"/>
              <a:gd name="connsiteX66" fmla="*/ 426286 w 426286"/>
              <a:gd name="connsiteY66" fmla="*/ 565930 h 606722"/>
              <a:gd name="connsiteX67" fmla="*/ 385429 w 426286"/>
              <a:gd name="connsiteY67" fmla="*/ 606722 h 606722"/>
              <a:gd name="connsiteX68" fmla="*/ 40768 w 426286"/>
              <a:gd name="connsiteY68" fmla="*/ 606722 h 606722"/>
              <a:gd name="connsiteX69" fmla="*/ 0 w 426286"/>
              <a:gd name="connsiteY69" fmla="*/ 565930 h 606722"/>
              <a:gd name="connsiteX70" fmla="*/ 0 w 426286"/>
              <a:gd name="connsiteY70" fmla="*/ 299495 h 606722"/>
              <a:gd name="connsiteX71" fmla="*/ 40768 w 426286"/>
              <a:gd name="connsiteY71" fmla="*/ 258792 h 606722"/>
              <a:gd name="connsiteX72" fmla="*/ 50382 w 426286"/>
              <a:gd name="connsiteY72" fmla="*/ 258792 h 606722"/>
              <a:gd name="connsiteX73" fmla="*/ 50382 w 426286"/>
              <a:gd name="connsiteY73" fmla="*/ 162456 h 606722"/>
              <a:gd name="connsiteX74" fmla="*/ 213099 w 426286"/>
              <a:gd name="connsiteY74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426286" h="606722">
                <a:moveTo>
                  <a:pt x="284094" y="444262"/>
                </a:moveTo>
                <a:cubicBezTo>
                  <a:pt x="282759" y="473591"/>
                  <a:pt x="276351" y="500877"/>
                  <a:pt x="265671" y="522297"/>
                </a:cubicBezTo>
                <a:cubicBezTo>
                  <a:pt x="264514" y="524519"/>
                  <a:pt x="263357" y="526652"/>
                  <a:pt x="262200" y="528785"/>
                </a:cubicBezTo>
                <a:cubicBezTo>
                  <a:pt x="293883" y="512520"/>
                  <a:pt x="316489" y="481146"/>
                  <a:pt x="320494" y="444262"/>
                </a:cubicBezTo>
                <a:close/>
                <a:moveTo>
                  <a:pt x="224643" y="444262"/>
                </a:moveTo>
                <a:lnTo>
                  <a:pt x="224643" y="536961"/>
                </a:lnTo>
                <a:cubicBezTo>
                  <a:pt x="242264" y="526029"/>
                  <a:pt x="258729" y="491367"/>
                  <a:pt x="261043" y="444262"/>
                </a:cubicBezTo>
                <a:close/>
                <a:moveTo>
                  <a:pt x="165192" y="444262"/>
                </a:moveTo>
                <a:cubicBezTo>
                  <a:pt x="167506" y="491367"/>
                  <a:pt x="183882" y="526029"/>
                  <a:pt x="201892" y="536961"/>
                </a:cubicBezTo>
                <a:lnTo>
                  <a:pt x="201892" y="444262"/>
                </a:lnTo>
                <a:close/>
                <a:moveTo>
                  <a:pt x="105742" y="444262"/>
                </a:moveTo>
                <a:cubicBezTo>
                  <a:pt x="109657" y="481146"/>
                  <a:pt x="132352" y="512520"/>
                  <a:pt x="164035" y="528785"/>
                </a:cubicBezTo>
                <a:cubicBezTo>
                  <a:pt x="162878" y="526652"/>
                  <a:pt x="161721" y="524519"/>
                  <a:pt x="160564" y="522297"/>
                </a:cubicBezTo>
                <a:cubicBezTo>
                  <a:pt x="149885" y="500966"/>
                  <a:pt x="143477" y="473591"/>
                  <a:pt x="142142" y="444262"/>
                </a:cubicBezTo>
                <a:close/>
                <a:moveTo>
                  <a:pt x="262200" y="336719"/>
                </a:moveTo>
                <a:cubicBezTo>
                  <a:pt x="263357" y="338763"/>
                  <a:pt x="264514" y="340985"/>
                  <a:pt x="265671" y="343207"/>
                </a:cubicBezTo>
                <a:cubicBezTo>
                  <a:pt x="276351" y="364538"/>
                  <a:pt x="282759" y="391912"/>
                  <a:pt x="284094" y="421242"/>
                </a:cubicBezTo>
                <a:lnTo>
                  <a:pt x="320494" y="421242"/>
                </a:lnTo>
                <a:cubicBezTo>
                  <a:pt x="316489" y="384358"/>
                  <a:pt x="293883" y="352895"/>
                  <a:pt x="262200" y="336719"/>
                </a:cubicBezTo>
                <a:close/>
                <a:moveTo>
                  <a:pt x="164035" y="336719"/>
                </a:moveTo>
                <a:cubicBezTo>
                  <a:pt x="132352" y="352895"/>
                  <a:pt x="109657" y="384358"/>
                  <a:pt x="105742" y="421242"/>
                </a:cubicBezTo>
                <a:lnTo>
                  <a:pt x="142142" y="421242"/>
                </a:lnTo>
                <a:cubicBezTo>
                  <a:pt x="143477" y="391912"/>
                  <a:pt x="149885" y="364538"/>
                  <a:pt x="160564" y="343207"/>
                </a:cubicBezTo>
                <a:cubicBezTo>
                  <a:pt x="161721" y="340985"/>
                  <a:pt x="162878" y="338763"/>
                  <a:pt x="164035" y="336719"/>
                </a:cubicBezTo>
                <a:close/>
                <a:moveTo>
                  <a:pt x="224643" y="328542"/>
                </a:moveTo>
                <a:lnTo>
                  <a:pt x="224643" y="421242"/>
                </a:lnTo>
                <a:lnTo>
                  <a:pt x="261043" y="421242"/>
                </a:lnTo>
                <a:cubicBezTo>
                  <a:pt x="258729" y="374137"/>
                  <a:pt x="242264" y="339386"/>
                  <a:pt x="224643" y="328542"/>
                </a:cubicBezTo>
                <a:close/>
                <a:moveTo>
                  <a:pt x="201892" y="328542"/>
                </a:moveTo>
                <a:cubicBezTo>
                  <a:pt x="183882" y="339386"/>
                  <a:pt x="167506" y="374137"/>
                  <a:pt x="165192" y="421242"/>
                </a:cubicBezTo>
                <a:lnTo>
                  <a:pt x="201892" y="421242"/>
                </a:lnTo>
                <a:close/>
                <a:moveTo>
                  <a:pt x="213073" y="301879"/>
                </a:moveTo>
                <a:cubicBezTo>
                  <a:pt x="285339" y="301879"/>
                  <a:pt x="344078" y="360627"/>
                  <a:pt x="344078" y="432708"/>
                </a:cubicBezTo>
                <a:cubicBezTo>
                  <a:pt x="344078" y="504876"/>
                  <a:pt x="285339" y="563536"/>
                  <a:pt x="213073" y="563536"/>
                </a:cubicBezTo>
                <a:cubicBezTo>
                  <a:pt x="140896" y="563536"/>
                  <a:pt x="82068" y="504876"/>
                  <a:pt x="82068" y="432708"/>
                </a:cubicBezTo>
                <a:cubicBezTo>
                  <a:pt x="82068" y="360627"/>
                  <a:pt x="140896" y="301879"/>
                  <a:pt x="213073" y="301879"/>
                </a:cubicBezTo>
                <a:close/>
                <a:moveTo>
                  <a:pt x="40768" y="281810"/>
                </a:moveTo>
                <a:cubicBezTo>
                  <a:pt x="30977" y="281810"/>
                  <a:pt x="23055" y="289719"/>
                  <a:pt x="23055" y="299495"/>
                </a:cubicBezTo>
                <a:lnTo>
                  <a:pt x="23055" y="565930"/>
                </a:lnTo>
                <a:cubicBezTo>
                  <a:pt x="23055" y="575706"/>
                  <a:pt x="30977" y="583704"/>
                  <a:pt x="40768" y="583704"/>
                </a:cubicBezTo>
                <a:lnTo>
                  <a:pt x="385429" y="583704"/>
                </a:lnTo>
                <a:cubicBezTo>
                  <a:pt x="395220" y="583704"/>
                  <a:pt x="403232" y="575706"/>
                  <a:pt x="403232" y="565930"/>
                </a:cubicBezTo>
                <a:lnTo>
                  <a:pt x="403232" y="299495"/>
                </a:lnTo>
                <a:cubicBezTo>
                  <a:pt x="403232" y="289719"/>
                  <a:pt x="395220" y="281810"/>
                  <a:pt x="385429" y="281810"/>
                </a:cubicBezTo>
                <a:close/>
                <a:moveTo>
                  <a:pt x="213099" y="94914"/>
                </a:moveTo>
                <a:cubicBezTo>
                  <a:pt x="175802" y="94914"/>
                  <a:pt x="145448" y="125219"/>
                  <a:pt x="145448" y="162456"/>
                </a:cubicBezTo>
                <a:lnTo>
                  <a:pt x="145448" y="258792"/>
                </a:lnTo>
                <a:lnTo>
                  <a:pt x="280838" y="258792"/>
                </a:lnTo>
                <a:lnTo>
                  <a:pt x="280838" y="162456"/>
                </a:lnTo>
                <a:cubicBezTo>
                  <a:pt x="280838" y="125219"/>
                  <a:pt x="250484" y="94914"/>
                  <a:pt x="213099" y="94914"/>
                </a:cubicBezTo>
                <a:close/>
                <a:moveTo>
                  <a:pt x="213099" y="23018"/>
                </a:moveTo>
                <a:cubicBezTo>
                  <a:pt x="136102" y="23018"/>
                  <a:pt x="73436" y="85583"/>
                  <a:pt x="73436" y="162456"/>
                </a:cubicBezTo>
                <a:lnTo>
                  <a:pt x="73436" y="258792"/>
                </a:lnTo>
                <a:lnTo>
                  <a:pt x="122394" y="258792"/>
                </a:lnTo>
                <a:lnTo>
                  <a:pt x="122394" y="162456"/>
                </a:lnTo>
                <a:cubicBezTo>
                  <a:pt x="122394" y="112511"/>
                  <a:pt x="163073" y="71897"/>
                  <a:pt x="213099" y="71897"/>
                </a:cubicBezTo>
                <a:cubicBezTo>
                  <a:pt x="263124" y="71897"/>
                  <a:pt x="303803" y="112511"/>
                  <a:pt x="303803" y="162456"/>
                </a:cubicBezTo>
                <a:lnTo>
                  <a:pt x="303803" y="258792"/>
                </a:lnTo>
                <a:lnTo>
                  <a:pt x="352761" y="258792"/>
                </a:lnTo>
                <a:lnTo>
                  <a:pt x="352761" y="162456"/>
                </a:lnTo>
                <a:cubicBezTo>
                  <a:pt x="352761" y="85583"/>
                  <a:pt x="290184" y="23018"/>
                  <a:pt x="213099" y="23018"/>
                </a:cubicBezTo>
                <a:close/>
                <a:moveTo>
                  <a:pt x="213099" y="0"/>
                </a:moveTo>
                <a:cubicBezTo>
                  <a:pt x="302824" y="0"/>
                  <a:pt x="375815" y="72874"/>
                  <a:pt x="375815" y="162456"/>
                </a:cubicBezTo>
                <a:lnTo>
                  <a:pt x="375815" y="258792"/>
                </a:lnTo>
                <a:lnTo>
                  <a:pt x="385429" y="258792"/>
                </a:lnTo>
                <a:cubicBezTo>
                  <a:pt x="407949" y="258792"/>
                  <a:pt x="426286" y="277011"/>
                  <a:pt x="426286" y="299495"/>
                </a:cubicBezTo>
                <a:lnTo>
                  <a:pt x="426286" y="565930"/>
                </a:lnTo>
                <a:cubicBezTo>
                  <a:pt x="426286" y="588415"/>
                  <a:pt x="407949" y="606722"/>
                  <a:pt x="385429" y="606722"/>
                </a:cubicBezTo>
                <a:lnTo>
                  <a:pt x="40768" y="606722"/>
                </a:lnTo>
                <a:cubicBezTo>
                  <a:pt x="18337" y="606722"/>
                  <a:pt x="0" y="588415"/>
                  <a:pt x="0" y="565930"/>
                </a:cubicBezTo>
                <a:lnTo>
                  <a:pt x="0" y="299495"/>
                </a:lnTo>
                <a:cubicBezTo>
                  <a:pt x="0" y="277011"/>
                  <a:pt x="18337" y="258792"/>
                  <a:pt x="40768" y="258792"/>
                </a:cubicBezTo>
                <a:lnTo>
                  <a:pt x="50382" y="258792"/>
                </a:lnTo>
                <a:lnTo>
                  <a:pt x="50382" y="162456"/>
                </a:lnTo>
                <a:cubicBezTo>
                  <a:pt x="50382" y="72874"/>
                  <a:pt x="123373" y="0"/>
                  <a:pt x="213099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28" name="unlock_251404">
            <a:extLst>
              <a:ext uri="{FF2B5EF4-FFF2-40B4-BE49-F238E27FC236}">
                <a16:creationId xmlns:a16="http://schemas.microsoft.com/office/drawing/2014/main" id="{4B164CC2-8C86-4669-9D7F-6BC29A565F3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66437" y="5914622"/>
            <a:ext cx="541084" cy="812913"/>
          </a:xfrm>
          <a:custGeom>
            <a:avLst/>
            <a:gdLst>
              <a:gd name="connsiteX0" fmla="*/ 200688 w 403846"/>
              <a:gd name="connsiteY0" fmla="*/ 349095 h 606729"/>
              <a:gd name="connsiteX1" fmla="*/ 211908 w 403846"/>
              <a:gd name="connsiteY1" fmla="*/ 360292 h 606729"/>
              <a:gd name="connsiteX2" fmla="*/ 211908 w 403846"/>
              <a:gd name="connsiteY2" fmla="*/ 438666 h 606729"/>
              <a:gd name="connsiteX3" fmla="*/ 200688 w 403846"/>
              <a:gd name="connsiteY3" fmla="*/ 449862 h 606729"/>
              <a:gd name="connsiteX4" fmla="*/ 189468 w 403846"/>
              <a:gd name="connsiteY4" fmla="*/ 438666 h 606729"/>
              <a:gd name="connsiteX5" fmla="*/ 189468 w 403846"/>
              <a:gd name="connsiteY5" fmla="*/ 360292 h 606729"/>
              <a:gd name="connsiteX6" fmla="*/ 200688 w 403846"/>
              <a:gd name="connsiteY6" fmla="*/ 349095 h 606729"/>
              <a:gd name="connsiteX7" fmla="*/ 201878 w 403846"/>
              <a:gd name="connsiteY7" fmla="*/ 225913 h 606729"/>
              <a:gd name="connsiteX8" fmla="*/ 22431 w 403846"/>
              <a:gd name="connsiteY8" fmla="*/ 405079 h 606729"/>
              <a:gd name="connsiteX9" fmla="*/ 201878 w 403846"/>
              <a:gd name="connsiteY9" fmla="*/ 584334 h 606729"/>
              <a:gd name="connsiteX10" fmla="*/ 381415 w 403846"/>
              <a:gd name="connsiteY10" fmla="*/ 405079 h 606729"/>
              <a:gd name="connsiteX11" fmla="*/ 201878 w 403846"/>
              <a:gd name="connsiteY11" fmla="*/ 225913 h 606729"/>
              <a:gd name="connsiteX12" fmla="*/ 201878 w 403846"/>
              <a:gd name="connsiteY12" fmla="*/ 203518 h 606729"/>
              <a:gd name="connsiteX13" fmla="*/ 403846 w 403846"/>
              <a:gd name="connsiteY13" fmla="*/ 405079 h 606729"/>
              <a:gd name="connsiteX14" fmla="*/ 201878 w 403846"/>
              <a:gd name="connsiteY14" fmla="*/ 606729 h 606729"/>
              <a:gd name="connsiteX15" fmla="*/ 0 w 403846"/>
              <a:gd name="connsiteY15" fmla="*/ 405079 h 606729"/>
              <a:gd name="connsiteX16" fmla="*/ 201878 w 403846"/>
              <a:gd name="connsiteY16" fmla="*/ 203518 h 606729"/>
              <a:gd name="connsiteX17" fmla="*/ 143318 w 403846"/>
              <a:gd name="connsiteY17" fmla="*/ 2301 h 606729"/>
              <a:gd name="connsiteX18" fmla="*/ 194325 w 403846"/>
              <a:gd name="connsiteY18" fmla="*/ 8967 h 606729"/>
              <a:gd name="connsiteX19" fmla="*/ 233314 w 403846"/>
              <a:gd name="connsiteY19" fmla="*/ 31455 h 606729"/>
              <a:gd name="connsiteX20" fmla="*/ 264648 w 403846"/>
              <a:gd name="connsiteY20" fmla="*/ 72254 h 606729"/>
              <a:gd name="connsiteX21" fmla="*/ 257883 w 403846"/>
              <a:gd name="connsiteY21" fmla="*/ 123275 h 606729"/>
              <a:gd name="connsiteX22" fmla="*/ 224235 w 403846"/>
              <a:gd name="connsiteY22" fmla="*/ 181406 h 606729"/>
              <a:gd name="connsiteX23" fmla="*/ 214532 w 403846"/>
              <a:gd name="connsiteY23" fmla="*/ 187006 h 606729"/>
              <a:gd name="connsiteX24" fmla="*/ 208924 w 403846"/>
              <a:gd name="connsiteY24" fmla="*/ 185584 h 606729"/>
              <a:gd name="connsiteX25" fmla="*/ 204829 w 403846"/>
              <a:gd name="connsiteY25" fmla="*/ 170206 h 606729"/>
              <a:gd name="connsiteX26" fmla="*/ 238477 w 403846"/>
              <a:gd name="connsiteY26" fmla="*/ 112075 h 606729"/>
              <a:gd name="connsiteX27" fmla="*/ 242928 w 403846"/>
              <a:gd name="connsiteY27" fmla="*/ 78032 h 606729"/>
              <a:gd name="connsiteX28" fmla="*/ 222098 w 403846"/>
              <a:gd name="connsiteY28" fmla="*/ 50833 h 606729"/>
              <a:gd name="connsiteX29" fmla="*/ 183109 w 403846"/>
              <a:gd name="connsiteY29" fmla="*/ 28433 h 606729"/>
              <a:gd name="connsiteX30" fmla="*/ 149105 w 403846"/>
              <a:gd name="connsiteY30" fmla="*/ 23989 h 606729"/>
              <a:gd name="connsiteX31" fmla="*/ 121865 w 403846"/>
              <a:gd name="connsiteY31" fmla="*/ 44877 h 606729"/>
              <a:gd name="connsiteX32" fmla="*/ 88217 w 403846"/>
              <a:gd name="connsiteY32" fmla="*/ 103009 h 606729"/>
              <a:gd name="connsiteX33" fmla="*/ 72906 w 403846"/>
              <a:gd name="connsiteY33" fmla="*/ 107097 h 606729"/>
              <a:gd name="connsiteX34" fmla="*/ 68812 w 403846"/>
              <a:gd name="connsiteY34" fmla="*/ 91809 h 606729"/>
              <a:gd name="connsiteX35" fmla="*/ 102460 w 403846"/>
              <a:gd name="connsiteY35" fmla="*/ 33678 h 606729"/>
              <a:gd name="connsiteX36" fmla="*/ 143318 w 403846"/>
              <a:gd name="connsiteY36" fmla="*/ 2301 h 606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03846" h="606729">
                <a:moveTo>
                  <a:pt x="200688" y="349095"/>
                </a:moveTo>
                <a:cubicBezTo>
                  <a:pt x="206921" y="349095"/>
                  <a:pt x="211908" y="354160"/>
                  <a:pt x="211908" y="360292"/>
                </a:cubicBezTo>
                <a:lnTo>
                  <a:pt x="211908" y="438666"/>
                </a:lnTo>
                <a:cubicBezTo>
                  <a:pt x="211908" y="444886"/>
                  <a:pt x="206921" y="449862"/>
                  <a:pt x="200688" y="449862"/>
                </a:cubicBezTo>
                <a:cubicBezTo>
                  <a:pt x="194544" y="449862"/>
                  <a:pt x="189468" y="444886"/>
                  <a:pt x="189468" y="438666"/>
                </a:cubicBezTo>
                <a:lnTo>
                  <a:pt x="189468" y="360292"/>
                </a:lnTo>
                <a:cubicBezTo>
                  <a:pt x="189468" y="354160"/>
                  <a:pt x="194544" y="349095"/>
                  <a:pt x="200688" y="349095"/>
                </a:cubicBezTo>
                <a:close/>
                <a:moveTo>
                  <a:pt x="201878" y="225913"/>
                </a:moveTo>
                <a:cubicBezTo>
                  <a:pt x="102987" y="225913"/>
                  <a:pt x="22431" y="306342"/>
                  <a:pt x="22431" y="405079"/>
                </a:cubicBezTo>
                <a:cubicBezTo>
                  <a:pt x="22431" y="503905"/>
                  <a:pt x="102987" y="584334"/>
                  <a:pt x="201878" y="584334"/>
                </a:cubicBezTo>
                <a:cubicBezTo>
                  <a:pt x="300859" y="584334"/>
                  <a:pt x="381415" y="503905"/>
                  <a:pt x="381415" y="405079"/>
                </a:cubicBezTo>
                <a:cubicBezTo>
                  <a:pt x="381415" y="306342"/>
                  <a:pt x="300859" y="225913"/>
                  <a:pt x="201878" y="225913"/>
                </a:cubicBezTo>
                <a:close/>
                <a:moveTo>
                  <a:pt x="201878" y="203518"/>
                </a:moveTo>
                <a:cubicBezTo>
                  <a:pt x="313232" y="203518"/>
                  <a:pt x="403846" y="293989"/>
                  <a:pt x="403846" y="405079"/>
                </a:cubicBezTo>
                <a:cubicBezTo>
                  <a:pt x="403846" y="516258"/>
                  <a:pt x="313232" y="606729"/>
                  <a:pt x="201878" y="606729"/>
                </a:cubicBezTo>
                <a:cubicBezTo>
                  <a:pt x="90614" y="606729"/>
                  <a:pt x="0" y="516258"/>
                  <a:pt x="0" y="405079"/>
                </a:cubicBezTo>
                <a:cubicBezTo>
                  <a:pt x="0" y="293989"/>
                  <a:pt x="90614" y="203518"/>
                  <a:pt x="201878" y="203518"/>
                </a:cubicBezTo>
                <a:close/>
                <a:moveTo>
                  <a:pt x="143318" y="2301"/>
                </a:moveTo>
                <a:cubicBezTo>
                  <a:pt x="160677" y="-2321"/>
                  <a:pt x="178836" y="79"/>
                  <a:pt x="194325" y="8967"/>
                </a:cubicBezTo>
                <a:lnTo>
                  <a:pt x="233314" y="31455"/>
                </a:lnTo>
                <a:cubicBezTo>
                  <a:pt x="248892" y="40433"/>
                  <a:pt x="260019" y="54921"/>
                  <a:pt x="264648" y="72254"/>
                </a:cubicBezTo>
                <a:cubicBezTo>
                  <a:pt x="269277" y="89587"/>
                  <a:pt x="266874" y="107720"/>
                  <a:pt x="257883" y="123275"/>
                </a:cubicBezTo>
                <a:lnTo>
                  <a:pt x="224235" y="181406"/>
                </a:lnTo>
                <a:cubicBezTo>
                  <a:pt x="222187" y="185050"/>
                  <a:pt x="218360" y="187006"/>
                  <a:pt x="214532" y="187006"/>
                </a:cubicBezTo>
                <a:cubicBezTo>
                  <a:pt x="212662" y="187006"/>
                  <a:pt x="210704" y="186561"/>
                  <a:pt x="208924" y="185584"/>
                </a:cubicBezTo>
                <a:cubicBezTo>
                  <a:pt x="203583" y="182473"/>
                  <a:pt x="201813" y="175628"/>
                  <a:pt x="204829" y="170206"/>
                </a:cubicBezTo>
                <a:lnTo>
                  <a:pt x="238477" y="112075"/>
                </a:lnTo>
                <a:cubicBezTo>
                  <a:pt x="244441" y="101675"/>
                  <a:pt x="246044" y="89587"/>
                  <a:pt x="242928" y="78032"/>
                </a:cubicBezTo>
                <a:cubicBezTo>
                  <a:pt x="239902" y="66476"/>
                  <a:pt x="232424" y="56877"/>
                  <a:pt x="222098" y="50833"/>
                </a:cubicBezTo>
                <a:lnTo>
                  <a:pt x="183109" y="28433"/>
                </a:lnTo>
                <a:cubicBezTo>
                  <a:pt x="172783" y="22389"/>
                  <a:pt x="160677" y="20878"/>
                  <a:pt x="149105" y="23989"/>
                </a:cubicBezTo>
                <a:cubicBezTo>
                  <a:pt x="137532" y="27011"/>
                  <a:pt x="127919" y="34478"/>
                  <a:pt x="121865" y="44877"/>
                </a:cubicBezTo>
                <a:lnTo>
                  <a:pt x="88217" y="103009"/>
                </a:lnTo>
                <a:cubicBezTo>
                  <a:pt x="85102" y="108342"/>
                  <a:pt x="78247" y="110208"/>
                  <a:pt x="72906" y="107097"/>
                </a:cubicBezTo>
                <a:cubicBezTo>
                  <a:pt x="67565" y="104075"/>
                  <a:pt x="65696" y="97231"/>
                  <a:pt x="68812" y="91809"/>
                </a:cubicBezTo>
                <a:lnTo>
                  <a:pt x="102460" y="33678"/>
                </a:lnTo>
                <a:cubicBezTo>
                  <a:pt x="111451" y="18123"/>
                  <a:pt x="125960" y="6923"/>
                  <a:pt x="143318" y="2301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29" name="locked-pack_89734">
            <a:extLst>
              <a:ext uri="{FF2B5EF4-FFF2-40B4-BE49-F238E27FC236}">
                <a16:creationId xmlns:a16="http://schemas.microsoft.com/office/drawing/2014/main" id="{3A7C7E35-6F5A-4129-A7CB-23850746F8F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268512" y="6212593"/>
            <a:ext cx="812913" cy="787073"/>
          </a:xfrm>
          <a:custGeom>
            <a:avLst/>
            <a:gdLst>
              <a:gd name="connsiteX0" fmla="*/ 510847 w 608274"/>
              <a:gd name="connsiteY0" fmla="*/ 195618 h 588939"/>
              <a:gd name="connsiteX1" fmla="*/ 502750 w 608274"/>
              <a:gd name="connsiteY1" fmla="*/ 203801 h 588939"/>
              <a:gd name="connsiteX2" fmla="*/ 510847 w 608274"/>
              <a:gd name="connsiteY2" fmla="*/ 211889 h 588939"/>
              <a:gd name="connsiteX3" fmla="*/ 519038 w 608274"/>
              <a:gd name="connsiteY3" fmla="*/ 203801 h 588939"/>
              <a:gd name="connsiteX4" fmla="*/ 510847 w 608274"/>
              <a:gd name="connsiteY4" fmla="*/ 195618 h 588939"/>
              <a:gd name="connsiteX5" fmla="*/ 210263 w 608274"/>
              <a:gd name="connsiteY5" fmla="*/ 171198 h 588939"/>
              <a:gd name="connsiteX6" fmla="*/ 210263 w 608274"/>
              <a:gd name="connsiteY6" fmla="*/ 431381 h 588939"/>
              <a:gd name="connsiteX7" fmla="*/ 281292 w 608274"/>
              <a:gd name="connsiteY7" fmla="*/ 405231 h 588939"/>
              <a:gd name="connsiteX8" fmla="*/ 291278 w 608274"/>
              <a:gd name="connsiteY8" fmla="*/ 405231 h 588939"/>
              <a:gd name="connsiteX9" fmla="*/ 362308 w 608274"/>
              <a:gd name="connsiteY9" fmla="*/ 431381 h 588939"/>
              <a:gd name="connsiteX10" fmla="*/ 362308 w 608274"/>
              <a:gd name="connsiteY10" fmla="*/ 171198 h 588939"/>
              <a:gd name="connsiteX11" fmla="*/ 28920 w 608274"/>
              <a:gd name="connsiteY11" fmla="*/ 171198 h 588939"/>
              <a:gd name="connsiteX12" fmla="*/ 28920 w 608274"/>
              <a:gd name="connsiteY12" fmla="*/ 560061 h 588939"/>
              <a:gd name="connsiteX13" fmla="*/ 543650 w 608274"/>
              <a:gd name="connsiteY13" fmla="*/ 560061 h 588939"/>
              <a:gd name="connsiteX14" fmla="*/ 543650 w 608274"/>
              <a:gd name="connsiteY14" fmla="*/ 334682 h 588939"/>
              <a:gd name="connsiteX15" fmla="*/ 427968 w 608274"/>
              <a:gd name="connsiteY15" fmla="*/ 334682 h 588939"/>
              <a:gd name="connsiteX16" fmla="*/ 413554 w 608274"/>
              <a:gd name="connsiteY16" fmla="*/ 320290 h 588939"/>
              <a:gd name="connsiteX17" fmla="*/ 413554 w 608274"/>
              <a:gd name="connsiteY17" fmla="*/ 171198 h 588939"/>
              <a:gd name="connsiteX18" fmla="*/ 391228 w 608274"/>
              <a:gd name="connsiteY18" fmla="*/ 171198 h 588939"/>
              <a:gd name="connsiteX19" fmla="*/ 391228 w 608274"/>
              <a:gd name="connsiteY19" fmla="*/ 452075 h 588939"/>
              <a:gd name="connsiteX20" fmla="*/ 385011 w 608274"/>
              <a:gd name="connsiteY20" fmla="*/ 463927 h 588939"/>
              <a:gd name="connsiteX21" fmla="*/ 376721 w 608274"/>
              <a:gd name="connsiteY21" fmla="*/ 466467 h 588939"/>
              <a:gd name="connsiteX22" fmla="*/ 371728 w 608274"/>
              <a:gd name="connsiteY22" fmla="*/ 465620 h 588939"/>
              <a:gd name="connsiteX23" fmla="*/ 286285 w 608274"/>
              <a:gd name="connsiteY23" fmla="*/ 434109 h 588939"/>
              <a:gd name="connsiteX24" fmla="*/ 200748 w 608274"/>
              <a:gd name="connsiteY24" fmla="*/ 465620 h 588939"/>
              <a:gd name="connsiteX25" fmla="*/ 187560 w 608274"/>
              <a:gd name="connsiteY25" fmla="*/ 463927 h 588939"/>
              <a:gd name="connsiteX26" fmla="*/ 181342 w 608274"/>
              <a:gd name="connsiteY26" fmla="*/ 452075 h 588939"/>
              <a:gd name="connsiteX27" fmla="*/ 181342 w 608274"/>
              <a:gd name="connsiteY27" fmla="*/ 171198 h 588939"/>
              <a:gd name="connsiteX28" fmla="*/ 510847 w 608274"/>
              <a:gd name="connsiteY28" fmla="*/ 166746 h 588939"/>
              <a:gd name="connsiteX29" fmla="*/ 547941 w 608274"/>
              <a:gd name="connsiteY29" fmla="*/ 203801 h 588939"/>
              <a:gd name="connsiteX30" fmla="*/ 525346 w 608274"/>
              <a:gd name="connsiteY30" fmla="*/ 237846 h 588939"/>
              <a:gd name="connsiteX31" fmla="*/ 525346 w 608274"/>
              <a:gd name="connsiteY31" fmla="*/ 263991 h 588939"/>
              <a:gd name="connsiteX32" fmla="*/ 510847 w 608274"/>
              <a:gd name="connsiteY32" fmla="*/ 278380 h 588939"/>
              <a:gd name="connsiteX33" fmla="*/ 496443 w 608274"/>
              <a:gd name="connsiteY33" fmla="*/ 263991 h 588939"/>
              <a:gd name="connsiteX34" fmla="*/ 496443 w 608274"/>
              <a:gd name="connsiteY34" fmla="*/ 237846 h 588939"/>
              <a:gd name="connsiteX35" fmla="*/ 473847 w 608274"/>
              <a:gd name="connsiteY35" fmla="*/ 203801 h 588939"/>
              <a:gd name="connsiteX36" fmla="*/ 510847 w 608274"/>
              <a:gd name="connsiteY36" fmla="*/ 166746 h 588939"/>
              <a:gd name="connsiteX37" fmla="*/ 442475 w 608274"/>
              <a:gd name="connsiteY37" fmla="*/ 137993 h 588939"/>
              <a:gd name="connsiteX38" fmla="*/ 442475 w 608274"/>
              <a:gd name="connsiteY38" fmla="*/ 305898 h 588939"/>
              <a:gd name="connsiteX39" fmla="*/ 579354 w 608274"/>
              <a:gd name="connsiteY39" fmla="*/ 305898 h 588939"/>
              <a:gd name="connsiteX40" fmla="*/ 579354 w 608274"/>
              <a:gd name="connsiteY40" fmla="*/ 137993 h 588939"/>
              <a:gd name="connsiteX41" fmla="*/ 510867 w 608274"/>
              <a:gd name="connsiteY41" fmla="*/ 28878 h 588939"/>
              <a:gd name="connsiteX42" fmla="*/ 461316 w 608274"/>
              <a:gd name="connsiteY42" fmla="*/ 78356 h 588939"/>
              <a:gd name="connsiteX43" fmla="*/ 461316 w 608274"/>
              <a:gd name="connsiteY43" fmla="*/ 109115 h 588939"/>
              <a:gd name="connsiteX44" fmla="*/ 560513 w 608274"/>
              <a:gd name="connsiteY44" fmla="*/ 109115 h 588939"/>
              <a:gd name="connsiteX45" fmla="*/ 560513 w 608274"/>
              <a:gd name="connsiteY45" fmla="*/ 78356 h 588939"/>
              <a:gd name="connsiteX46" fmla="*/ 510867 w 608274"/>
              <a:gd name="connsiteY46" fmla="*/ 28878 h 588939"/>
              <a:gd name="connsiteX47" fmla="*/ 510867 w 608274"/>
              <a:gd name="connsiteY47" fmla="*/ 0 h 588939"/>
              <a:gd name="connsiteX48" fmla="*/ 589433 w 608274"/>
              <a:gd name="connsiteY48" fmla="*/ 78356 h 588939"/>
              <a:gd name="connsiteX49" fmla="*/ 589433 w 608274"/>
              <a:gd name="connsiteY49" fmla="*/ 109115 h 588939"/>
              <a:gd name="connsiteX50" fmla="*/ 593767 w 608274"/>
              <a:gd name="connsiteY50" fmla="*/ 109115 h 588939"/>
              <a:gd name="connsiteX51" fmla="*/ 608274 w 608274"/>
              <a:gd name="connsiteY51" fmla="*/ 123507 h 588939"/>
              <a:gd name="connsiteX52" fmla="*/ 608274 w 608274"/>
              <a:gd name="connsiteY52" fmla="*/ 320290 h 588939"/>
              <a:gd name="connsiteX53" fmla="*/ 593767 w 608274"/>
              <a:gd name="connsiteY53" fmla="*/ 334682 h 588939"/>
              <a:gd name="connsiteX54" fmla="*/ 572571 w 608274"/>
              <a:gd name="connsiteY54" fmla="*/ 334682 h 588939"/>
              <a:gd name="connsiteX55" fmla="*/ 572571 w 608274"/>
              <a:gd name="connsiteY55" fmla="*/ 562225 h 588939"/>
              <a:gd name="connsiteX56" fmla="*/ 545817 w 608274"/>
              <a:gd name="connsiteY56" fmla="*/ 588939 h 588939"/>
              <a:gd name="connsiteX57" fmla="*/ 26754 w 608274"/>
              <a:gd name="connsiteY57" fmla="*/ 588939 h 588939"/>
              <a:gd name="connsiteX58" fmla="*/ 0 w 608274"/>
              <a:gd name="connsiteY58" fmla="*/ 562225 h 588939"/>
              <a:gd name="connsiteX59" fmla="*/ 0 w 608274"/>
              <a:gd name="connsiteY59" fmla="*/ 169034 h 588939"/>
              <a:gd name="connsiteX60" fmla="*/ 26754 w 608274"/>
              <a:gd name="connsiteY60" fmla="*/ 142414 h 588939"/>
              <a:gd name="connsiteX61" fmla="*/ 413554 w 608274"/>
              <a:gd name="connsiteY61" fmla="*/ 142414 h 588939"/>
              <a:gd name="connsiteX62" fmla="*/ 413554 w 608274"/>
              <a:gd name="connsiteY62" fmla="*/ 123507 h 588939"/>
              <a:gd name="connsiteX63" fmla="*/ 427968 w 608274"/>
              <a:gd name="connsiteY63" fmla="*/ 109115 h 588939"/>
              <a:gd name="connsiteX64" fmla="*/ 432395 w 608274"/>
              <a:gd name="connsiteY64" fmla="*/ 109115 h 588939"/>
              <a:gd name="connsiteX65" fmla="*/ 432395 w 608274"/>
              <a:gd name="connsiteY65" fmla="*/ 78356 h 588939"/>
              <a:gd name="connsiteX66" fmla="*/ 510867 w 608274"/>
              <a:gd name="connsiteY66" fmla="*/ 0 h 58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08274" h="588939">
                <a:moveTo>
                  <a:pt x="510847" y="195618"/>
                </a:moveTo>
                <a:cubicBezTo>
                  <a:pt x="506422" y="195618"/>
                  <a:pt x="502750" y="199286"/>
                  <a:pt x="502750" y="203801"/>
                </a:cubicBezTo>
                <a:cubicBezTo>
                  <a:pt x="502750" y="208221"/>
                  <a:pt x="506422" y="211889"/>
                  <a:pt x="510847" y="211889"/>
                </a:cubicBezTo>
                <a:cubicBezTo>
                  <a:pt x="515366" y="211889"/>
                  <a:pt x="519038" y="208221"/>
                  <a:pt x="519038" y="203801"/>
                </a:cubicBezTo>
                <a:cubicBezTo>
                  <a:pt x="519038" y="199286"/>
                  <a:pt x="515366" y="195618"/>
                  <a:pt x="510847" y="195618"/>
                </a:cubicBezTo>
                <a:close/>
                <a:moveTo>
                  <a:pt x="210263" y="171198"/>
                </a:moveTo>
                <a:lnTo>
                  <a:pt x="210263" y="431381"/>
                </a:lnTo>
                <a:lnTo>
                  <a:pt x="281292" y="405231"/>
                </a:lnTo>
                <a:cubicBezTo>
                  <a:pt x="284495" y="404102"/>
                  <a:pt x="288075" y="404102"/>
                  <a:pt x="291278" y="405231"/>
                </a:cubicBezTo>
                <a:lnTo>
                  <a:pt x="362308" y="431381"/>
                </a:lnTo>
                <a:lnTo>
                  <a:pt x="362308" y="171198"/>
                </a:lnTo>
                <a:close/>
                <a:moveTo>
                  <a:pt x="28920" y="171198"/>
                </a:moveTo>
                <a:lnTo>
                  <a:pt x="28920" y="560061"/>
                </a:lnTo>
                <a:lnTo>
                  <a:pt x="543650" y="560061"/>
                </a:lnTo>
                <a:lnTo>
                  <a:pt x="543650" y="334682"/>
                </a:lnTo>
                <a:lnTo>
                  <a:pt x="427968" y="334682"/>
                </a:lnTo>
                <a:cubicBezTo>
                  <a:pt x="420055" y="334682"/>
                  <a:pt x="413554" y="328286"/>
                  <a:pt x="413554" y="320290"/>
                </a:cubicBezTo>
                <a:lnTo>
                  <a:pt x="413554" y="171198"/>
                </a:lnTo>
                <a:lnTo>
                  <a:pt x="391228" y="171198"/>
                </a:lnTo>
                <a:lnTo>
                  <a:pt x="391228" y="452075"/>
                </a:lnTo>
                <a:cubicBezTo>
                  <a:pt x="391228" y="456778"/>
                  <a:pt x="388873" y="461199"/>
                  <a:pt x="385011" y="463927"/>
                </a:cubicBezTo>
                <a:cubicBezTo>
                  <a:pt x="382561" y="465620"/>
                  <a:pt x="379641" y="466467"/>
                  <a:pt x="376721" y="466467"/>
                </a:cubicBezTo>
                <a:cubicBezTo>
                  <a:pt x="375025" y="466467"/>
                  <a:pt x="373329" y="466185"/>
                  <a:pt x="371728" y="465620"/>
                </a:cubicBezTo>
                <a:lnTo>
                  <a:pt x="286285" y="434109"/>
                </a:lnTo>
                <a:lnTo>
                  <a:pt x="200748" y="465620"/>
                </a:lnTo>
                <a:cubicBezTo>
                  <a:pt x="196320" y="467219"/>
                  <a:pt x="191422" y="466561"/>
                  <a:pt x="187560" y="463927"/>
                </a:cubicBezTo>
                <a:cubicBezTo>
                  <a:pt x="183697" y="461199"/>
                  <a:pt x="181342" y="456778"/>
                  <a:pt x="181342" y="452075"/>
                </a:cubicBezTo>
                <a:lnTo>
                  <a:pt x="181342" y="171198"/>
                </a:lnTo>
                <a:close/>
                <a:moveTo>
                  <a:pt x="510847" y="166746"/>
                </a:moveTo>
                <a:cubicBezTo>
                  <a:pt x="531277" y="166746"/>
                  <a:pt x="547941" y="183392"/>
                  <a:pt x="547941" y="203801"/>
                </a:cubicBezTo>
                <a:cubicBezTo>
                  <a:pt x="547941" y="219036"/>
                  <a:pt x="538621" y="232203"/>
                  <a:pt x="525346" y="237846"/>
                </a:cubicBezTo>
                <a:lnTo>
                  <a:pt x="525346" y="263991"/>
                </a:lnTo>
                <a:cubicBezTo>
                  <a:pt x="525346" y="271891"/>
                  <a:pt x="518850" y="278380"/>
                  <a:pt x="510847" y="278380"/>
                </a:cubicBezTo>
                <a:cubicBezTo>
                  <a:pt x="502939" y="278380"/>
                  <a:pt x="496443" y="271891"/>
                  <a:pt x="496443" y="263991"/>
                </a:cubicBezTo>
                <a:lnTo>
                  <a:pt x="496443" y="237846"/>
                </a:lnTo>
                <a:cubicBezTo>
                  <a:pt x="483168" y="232203"/>
                  <a:pt x="473847" y="219036"/>
                  <a:pt x="473847" y="203801"/>
                </a:cubicBezTo>
                <a:cubicBezTo>
                  <a:pt x="473847" y="183392"/>
                  <a:pt x="490511" y="166746"/>
                  <a:pt x="510847" y="166746"/>
                </a:cubicBezTo>
                <a:close/>
                <a:moveTo>
                  <a:pt x="442475" y="137993"/>
                </a:moveTo>
                <a:lnTo>
                  <a:pt x="442475" y="305898"/>
                </a:lnTo>
                <a:lnTo>
                  <a:pt x="579354" y="305898"/>
                </a:lnTo>
                <a:lnTo>
                  <a:pt x="579354" y="137993"/>
                </a:lnTo>
                <a:close/>
                <a:moveTo>
                  <a:pt x="510867" y="28878"/>
                </a:moveTo>
                <a:cubicBezTo>
                  <a:pt x="483548" y="28878"/>
                  <a:pt x="461316" y="51077"/>
                  <a:pt x="461316" y="78356"/>
                </a:cubicBezTo>
                <a:lnTo>
                  <a:pt x="461316" y="109115"/>
                </a:lnTo>
                <a:lnTo>
                  <a:pt x="560513" y="109115"/>
                </a:lnTo>
                <a:lnTo>
                  <a:pt x="560513" y="78356"/>
                </a:lnTo>
                <a:cubicBezTo>
                  <a:pt x="560513" y="51077"/>
                  <a:pt x="538281" y="28878"/>
                  <a:pt x="510867" y="28878"/>
                </a:cubicBezTo>
                <a:close/>
                <a:moveTo>
                  <a:pt x="510867" y="0"/>
                </a:moveTo>
                <a:cubicBezTo>
                  <a:pt x="554201" y="0"/>
                  <a:pt x="589433" y="35180"/>
                  <a:pt x="589433" y="78356"/>
                </a:cubicBezTo>
                <a:lnTo>
                  <a:pt x="589433" y="109115"/>
                </a:lnTo>
                <a:lnTo>
                  <a:pt x="593767" y="109115"/>
                </a:lnTo>
                <a:cubicBezTo>
                  <a:pt x="601774" y="109115"/>
                  <a:pt x="608274" y="115605"/>
                  <a:pt x="608274" y="123507"/>
                </a:cubicBezTo>
                <a:lnTo>
                  <a:pt x="608274" y="320290"/>
                </a:lnTo>
                <a:cubicBezTo>
                  <a:pt x="608274" y="328286"/>
                  <a:pt x="601774" y="334682"/>
                  <a:pt x="593767" y="334682"/>
                </a:cubicBezTo>
                <a:lnTo>
                  <a:pt x="572571" y="334682"/>
                </a:lnTo>
                <a:lnTo>
                  <a:pt x="572571" y="562225"/>
                </a:lnTo>
                <a:cubicBezTo>
                  <a:pt x="572571" y="576993"/>
                  <a:pt x="560513" y="588939"/>
                  <a:pt x="545817" y="588939"/>
                </a:cubicBezTo>
                <a:lnTo>
                  <a:pt x="26754" y="588939"/>
                </a:lnTo>
                <a:cubicBezTo>
                  <a:pt x="11964" y="588939"/>
                  <a:pt x="0" y="576993"/>
                  <a:pt x="0" y="562225"/>
                </a:cubicBezTo>
                <a:lnTo>
                  <a:pt x="0" y="169034"/>
                </a:lnTo>
                <a:cubicBezTo>
                  <a:pt x="0" y="154360"/>
                  <a:pt x="11964" y="142414"/>
                  <a:pt x="26754" y="142414"/>
                </a:cubicBezTo>
                <a:lnTo>
                  <a:pt x="413554" y="142414"/>
                </a:lnTo>
                <a:lnTo>
                  <a:pt x="413554" y="123507"/>
                </a:lnTo>
                <a:cubicBezTo>
                  <a:pt x="413554" y="115605"/>
                  <a:pt x="420055" y="109115"/>
                  <a:pt x="427968" y="109115"/>
                </a:cubicBezTo>
                <a:lnTo>
                  <a:pt x="432395" y="109115"/>
                </a:lnTo>
                <a:lnTo>
                  <a:pt x="432395" y="78356"/>
                </a:lnTo>
                <a:cubicBezTo>
                  <a:pt x="432395" y="35180"/>
                  <a:pt x="467627" y="0"/>
                  <a:pt x="510867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30" name="magnifying-glass-or-search-keys_52789">
            <a:extLst>
              <a:ext uri="{FF2B5EF4-FFF2-40B4-BE49-F238E27FC236}">
                <a16:creationId xmlns:a16="http://schemas.microsoft.com/office/drawing/2014/main" id="{90077DF0-ACC9-4658-97F9-C9765237E32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081126" y="5485357"/>
            <a:ext cx="765977" cy="812913"/>
          </a:xfrm>
          <a:custGeom>
            <a:avLst/>
            <a:gdLst>
              <a:gd name="connsiteX0" fmla="*/ 190280 w 528648"/>
              <a:gd name="connsiteY0" fmla="*/ 325647 h 561041"/>
              <a:gd name="connsiteX1" fmla="*/ 171923 w 528648"/>
              <a:gd name="connsiteY1" fmla="*/ 343967 h 561041"/>
              <a:gd name="connsiteX2" fmla="*/ 190280 w 528648"/>
              <a:gd name="connsiteY2" fmla="*/ 362288 h 561041"/>
              <a:gd name="connsiteX3" fmla="*/ 207957 w 528648"/>
              <a:gd name="connsiteY3" fmla="*/ 343967 h 561041"/>
              <a:gd name="connsiteX4" fmla="*/ 190280 w 528648"/>
              <a:gd name="connsiteY4" fmla="*/ 325647 h 561041"/>
              <a:gd name="connsiteX5" fmla="*/ 190280 w 528648"/>
              <a:gd name="connsiteY5" fmla="*/ 308005 h 561041"/>
              <a:gd name="connsiteX6" fmla="*/ 226314 w 528648"/>
              <a:gd name="connsiteY6" fmla="*/ 343967 h 561041"/>
              <a:gd name="connsiteX7" fmla="*/ 199118 w 528648"/>
              <a:gd name="connsiteY7" fmla="*/ 379251 h 561041"/>
              <a:gd name="connsiteX8" fmla="*/ 199118 w 528648"/>
              <a:gd name="connsiteY8" fmla="*/ 379930 h 561041"/>
              <a:gd name="connsiteX9" fmla="*/ 199118 w 528648"/>
              <a:gd name="connsiteY9" fmla="*/ 452532 h 561041"/>
              <a:gd name="connsiteX10" fmla="*/ 190280 w 528648"/>
              <a:gd name="connsiteY10" fmla="*/ 461353 h 561041"/>
              <a:gd name="connsiteX11" fmla="*/ 180762 w 528648"/>
              <a:gd name="connsiteY11" fmla="*/ 452532 h 561041"/>
              <a:gd name="connsiteX12" fmla="*/ 180762 w 528648"/>
              <a:gd name="connsiteY12" fmla="*/ 379930 h 561041"/>
              <a:gd name="connsiteX13" fmla="*/ 181441 w 528648"/>
              <a:gd name="connsiteY13" fmla="*/ 379251 h 561041"/>
              <a:gd name="connsiteX14" fmla="*/ 153566 w 528648"/>
              <a:gd name="connsiteY14" fmla="*/ 343967 h 561041"/>
              <a:gd name="connsiteX15" fmla="*/ 190280 w 528648"/>
              <a:gd name="connsiteY15" fmla="*/ 308005 h 561041"/>
              <a:gd name="connsiteX16" fmla="*/ 99206 w 528648"/>
              <a:gd name="connsiteY16" fmla="*/ 199451 h 561041"/>
              <a:gd name="connsiteX17" fmla="*/ 17667 w 528648"/>
              <a:gd name="connsiteY17" fmla="*/ 280859 h 561041"/>
              <a:gd name="connsiteX18" fmla="*/ 17667 w 528648"/>
              <a:gd name="connsiteY18" fmla="*/ 461316 h 561041"/>
              <a:gd name="connsiteX19" fmla="*/ 99206 w 528648"/>
              <a:gd name="connsiteY19" fmla="*/ 542724 h 561041"/>
              <a:gd name="connsiteX20" fmla="*/ 280632 w 528648"/>
              <a:gd name="connsiteY20" fmla="*/ 542724 h 561041"/>
              <a:gd name="connsiteX21" fmla="*/ 362171 w 528648"/>
              <a:gd name="connsiteY21" fmla="*/ 461316 h 561041"/>
              <a:gd name="connsiteX22" fmla="*/ 362171 w 528648"/>
              <a:gd name="connsiteY22" fmla="*/ 280859 h 561041"/>
              <a:gd name="connsiteX23" fmla="*/ 280632 w 528648"/>
              <a:gd name="connsiteY23" fmla="*/ 199451 h 561041"/>
              <a:gd name="connsiteX24" fmla="*/ 367607 w 528648"/>
              <a:gd name="connsiteY24" fmla="*/ 0 h 561041"/>
              <a:gd name="connsiteX25" fmla="*/ 417211 w 528648"/>
              <a:gd name="connsiteY25" fmla="*/ 0 h 561041"/>
              <a:gd name="connsiteX26" fmla="*/ 528648 w 528648"/>
              <a:gd name="connsiteY26" fmla="*/ 107188 h 561041"/>
              <a:gd name="connsiteX27" fmla="*/ 528648 w 528648"/>
              <a:gd name="connsiteY27" fmla="*/ 155355 h 561041"/>
              <a:gd name="connsiteX28" fmla="*/ 519135 w 528648"/>
              <a:gd name="connsiteY28" fmla="*/ 164174 h 561041"/>
              <a:gd name="connsiteX29" fmla="*/ 510302 w 528648"/>
              <a:gd name="connsiteY29" fmla="*/ 155355 h 561041"/>
              <a:gd name="connsiteX30" fmla="*/ 510302 w 528648"/>
              <a:gd name="connsiteY30" fmla="*/ 107188 h 561041"/>
              <a:gd name="connsiteX31" fmla="*/ 417211 w 528648"/>
              <a:gd name="connsiteY31" fmla="*/ 18317 h 561041"/>
              <a:gd name="connsiteX32" fmla="*/ 367607 w 528648"/>
              <a:gd name="connsiteY32" fmla="*/ 18317 h 561041"/>
              <a:gd name="connsiteX33" fmla="*/ 274516 w 528648"/>
              <a:gd name="connsiteY33" fmla="*/ 107188 h 561041"/>
              <a:gd name="connsiteX34" fmla="*/ 274516 w 528648"/>
              <a:gd name="connsiteY34" fmla="*/ 181134 h 561041"/>
              <a:gd name="connsiteX35" fmla="*/ 280632 w 528648"/>
              <a:gd name="connsiteY35" fmla="*/ 181134 h 561041"/>
              <a:gd name="connsiteX36" fmla="*/ 380518 w 528648"/>
              <a:gd name="connsiteY36" fmla="*/ 280859 h 561041"/>
              <a:gd name="connsiteX37" fmla="*/ 380518 w 528648"/>
              <a:gd name="connsiteY37" fmla="*/ 461316 h 561041"/>
              <a:gd name="connsiteX38" fmla="*/ 280632 w 528648"/>
              <a:gd name="connsiteY38" fmla="*/ 561041 h 561041"/>
              <a:gd name="connsiteX39" fmla="*/ 99206 w 528648"/>
              <a:gd name="connsiteY39" fmla="*/ 561041 h 561041"/>
              <a:gd name="connsiteX40" fmla="*/ 0 w 528648"/>
              <a:gd name="connsiteY40" fmla="*/ 461316 h 561041"/>
              <a:gd name="connsiteX41" fmla="*/ 0 w 528648"/>
              <a:gd name="connsiteY41" fmla="*/ 280859 h 561041"/>
              <a:gd name="connsiteX42" fmla="*/ 99206 w 528648"/>
              <a:gd name="connsiteY42" fmla="*/ 181134 h 561041"/>
              <a:gd name="connsiteX43" fmla="*/ 256850 w 528648"/>
              <a:gd name="connsiteY43" fmla="*/ 181134 h 561041"/>
              <a:gd name="connsiteX44" fmla="*/ 256850 w 528648"/>
              <a:gd name="connsiteY44" fmla="*/ 107188 h 561041"/>
              <a:gd name="connsiteX45" fmla="*/ 367607 w 528648"/>
              <a:gd name="connsiteY45" fmla="*/ 0 h 56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28648" h="561041">
                <a:moveTo>
                  <a:pt x="190280" y="325647"/>
                </a:moveTo>
                <a:cubicBezTo>
                  <a:pt x="180082" y="325647"/>
                  <a:pt x="171923" y="333789"/>
                  <a:pt x="171923" y="343967"/>
                </a:cubicBezTo>
                <a:cubicBezTo>
                  <a:pt x="171923" y="354145"/>
                  <a:pt x="180082" y="362288"/>
                  <a:pt x="190280" y="362288"/>
                </a:cubicBezTo>
                <a:cubicBezTo>
                  <a:pt x="199798" y="362288"/>
                  <a:pt x="207957" y="354145"/>
                  <a:pt x="207957" y="343967"/>
                </a:cubicBezTo>
                <a:cubicBezTo>
                  <a:pt x="207957" y="333789"/>
                  <a:pt x="199798" y="325647"/>
                  <a:pt x="190280" y="325647"/>
                </a:cubicBezTo>
                <a:close/>
                <a:moveTo>
                  <a:pt x="190280" y="308005"/>
                </a:moveTo>
                <a:cubicBezTo>
                  <a:pt x="209997" y="308005"/>
                  <a:pt x="226314" y="324290"/>
                  <a:pt x="226314" y="343967"/>
                </a:cubicBezTo>
                <a:cubicBezTo>
                  <a:pt x="226314" y="360931"/>
                  <a:pt x="214756" y="375180"/>
                  <a:pt x="199118" y="379251"/>
                </a:cubicBezTo>
                <a:cubicBezTo>
                  <a:pt x="199118" y="379251"/>
                  <a:pt x="199118" y="379930"/>
                  <a:pt x="199118" y="379930"/>
                </a:cubicBezTo>
                <a:lnTo>
                  <a:pt x="199118" y="452532"/>
                </a:lnTo>
                <a:cubicBezTo>
                  <a:pt x="199118" y="457282"/>
                  <a:pt x="195039" y="461353"/>
                  <a:pt x="190280" y="461353"/>
                </a:cubicBezTo>
                <a:cubicBezTo>
                  <a:pt x="184841" y="461353"/>
                  <a:pt x="180762" y="457282"/>
                  <a:pt x="180762" y="452532"/>
                </a:cubicBezTo>
                <a:lnTo>
                  <a:pt x="180762" y="379930"/>
                </a:lnTo>
                <a:cubicBezTo>
                  <a:pt x="180762" y="379930"/>
                  <a:pt x="181441" y="379251"/>
                  <a:pt x="181441" y="379251"/>
                </a:cubicBezTo>
                <a:cubicBezTo>
                  <a:pt x="165804" y="375180"/>
                  <a:pt x="153566" y="360931"/>
                  <a:pt x="153566" y="343967"/>
                </a:cubicBezTo>
                <a:cubicBezTo>
                  <a:pt x="153566" y="324290"/>
                  <a:pt x="169883" y="308005"/>
                  <a:pt x="190280" y="308005"/>
                </a:cubicBezTo>
                <a:close/>
                <a:moveTo>
                  <a:pt x="99206" y="199451"/>
                </a:moveTo>
                <a:cubicBezTo>
                  <a:pt x="54360" y="199451"/>
                  <a:pt x="17667" y="235406"/>
                  <a:pt x="17667" y="280859"/>
                </a:cubicBezTo>
                <a:lnTo>
                  <a:pt x="17667" y="461316"/>
                </a:lnTo>
                <a:cubicBezTo>
                  <a:pt x="17667" y="506090"/>
                  <a:pt x="54360" y="542724"/>
                  <a:pt x="99206" y="542724"/>
                </a:cubicBezTo>
                <a:lnTo>
                  <a:pt x="280632" y="542724"/>
                </a:lnTo>
                <a:cubicBezTo>
                  <a:pt x="325479" y="542724"/>
                  <a:pt x="362171" y="506090"/>
                  <a:pt x="362171" y="461316"/>
                </a:cubicBezTo>
                <a:lnTo>
                  <a:pt x="362171" y="280859"/>
                </a:lnTo>
                <a:cubicBezTo>
                  <a:pt x="362171" y="235406"/>
                  <a:pt x="325479" y="199451"/>
                  <a:pt x="280632" y="199451"/>
                </a:cubicBezTo>
                <a:close/>
                <a:moveTo>
                  <a:pt x="367607" y="0"/>
                </a:moveTo>
                <a:lnTo>
                  <a:pt x="417211" y="0"/>
                </a:lnTo>
                <a:cubicBezTo>
                  <a:pt x="478365" y="0"/>
                  <a:pt x="528648" y="48167"/>
                  <a:pt x="528648" y="107188"/>
                </a:cubicBezTo>
                <a:lnTo>
                  <a:pt x="528648" y="155355"/>
                </a:lnTo>
                <a:cubicBezTo>
                  <a:pt x="528648" y="160103"/>
                  <a:pt x="524571" y="164174"/>
                  <a:pt x="519135" y="164174"/>
                </a:cubicBezTo>
                <a:cubicBezTo>
                  <a:pt x="514379" y="164174"/>
                  <a:pt x="510302" y="160103"/>
                  <a:pt x="510302" y="155355"/>
                </a:cubicBezTo>
                <a:lnTo>
                  <a:pt x="510302" y="107188"/>
                </a:lnTo>
                <a:cubicBezTo>
                  <a:pt x="510302" y="58343"/>
                  <a:pt x="468852" y="18317"/>
                  <a:pt x="417211" y="18317"/>
                </a:cubicBezTo>
                <a:lnTo>
                  <a:pt x="367607" y="18317"/>
                </a:lnTo>
                <a:cubicBezTo>
                  <a:pt x="316645" y="18317"/>
                  <a:pt x="274516" y="58343"/>
                  <a:pt x="274516" y="107188"/>
                </a:cubicBezTo>
                <a:lnTo>
                  <a:pt x="274516" y="181134"/>
                </a:lnTo>
                <a:lnTo>
                  <a:pt x="280632" y="181134"/>
                </a:lnTo>
                <a:cubicBezTo>
                  <a:pt x="335671" y="181134"/>
                  <a:pt x="380518" y="225909"/>
                  <a:pt x="380518" y="280859"/>
                </a:cubicBezTo>
                <a:lnTo>
                  <a:pt x="380518" y="461316"/>
                </a:lnTo>
                <a:cubicBezTo>
                  <a:pt x="380518" y="516266"/>
                  <a:pt x="335671" y="561041"/>
                  <a:pt x="280632" y="561041"/>
                </a:cubicBezTo>
                <a:lnTo>
                  <a:pt x="99206" y="561041"/>
                </a:lnTo>
                <a:cubicBezTo>
                  <a:pt x="44847" y="561041"/>
                  <a:pt x="0" y="516266"/>
                  <a:pt x="0" y="461316"/>
                </a:cubicBezTo>
                <a:lnTo>
                  <a:pt x="0" y="280859"/>
                </a:lnTo>
                <a:cubicBezTo>
                  <a:pt x="0" y="225909"/>
                  <a:pt x="44847" y="181134"/>
                  <a:pt x="99206" y="181134"/>
                </a:cubicBezTo>
                <a:lnTo>
                  <a:pt x="256850" y="181134"/>
                </a:lnTo>
                <a:lnTo>
                  <a:pt x="256850" y="107188"/>
                </a:lnTo>
                <a:cubicBezTo>
                  <a:pt x="256850" y="48167"/>
                  <a:pt x="306453" y="0"/>
                  <a:pt x="367607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1" name="password_155323">
            <a:extLst>
              <a:ext uri="{FF2B5EF4-FFF2-40B4-BE49-F238E27FC236}">
                <a16:creationId xmlns:a16="http://schemas.microsoft.com/office/drawing/2014/main" id="{F979EBFE-999F-41BC-A3FC-80F8C58E56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6373211" y="3722362"/>
            <a:ext cx="651147" cy="812913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  <a:gd name="connsiteX53" fmla="*/ 325000 h 606722"/>
              <a:gd name="connsiteY53" fmla="*/ 325000 h 606722"/>
              <a:gd name="connsiteX54" fmla="*/ 325000 h 606722"/>
              <a:gd name="connsiteY54" fmla="*/ 325000 h 606722"/>
              <a:gd name="connsiteX55" fmla="*/ 325000 h 606722"/>
              <a:gd name="connsiteY55" fmla="*/ 325000 h 606722"/>
              <a:gd name="connsiteX56" fmla="*/ 325000 h 606722"/>
              <a:gd name="connsiteY56" fmla="*/ 325000 h 606722"/>
              <a:gd name="connsiteX57" fmla="*/ 325000 h 606722"/>
              <a:gd name="connsiteY57" fmla="*/ 325000 h 606722"/>
              <a:gd name="connsiteX58" fmla="*/ 325000 h 606722"/>
              <a:gd name="connsiteY58" fmla="*/ 325000 h 606722"/>
              <a:gd name="connsiteX59" fmla="*/ 325000 h 606722"/>
              <a:gd name="connsiteY59" fmla="*/ 325000 h 606722"/>
              <a:gd name="connsiteX60" fmla="*/ 325000 h 606722"/>
              <a:gd name="connsiteY60" fmla="*/ 325000 h 606722"/>
              <a:gd name="connsiteX61" fmla="*/ 325000 h 606722"/>
              <a:gd name="connsiteY61" fmla="*/ 325000 h 606722"/>
              <a:gd name="connsiteX62" fmla="*/ 325000 h 606722"/>
              <a:gd name="connsiteY62" fmla="*/ 325000 h 606722"/>
              <a:gd name="connsiteX63" fmla="*/ 325000 h 606722"/>
              <a:gd name="connsiteY63" fmla="*/ 325000 h 606722"/>
              <a:gd name="connsiteX64" fmla="*/ 325000 h 606722"/>
              <a:gd name="connsiteY64" fmla="*/ 325000 h 606722"/>
              <a:gd name="connsiteX65" fmla="*/ 325000 h 606722"/>
              <a:gd name="connsiteY65" fmla="*/ 325000 h 606722"/>
              <a:gd name="connsiteX66" fmla="*/ 325000 h 606722"/>
              <a:gd name="connsiteY66" fmla="*/ 325000 h 606722"/>
              <a:gd name="connsiteX67" fmla="*/ 325000 h 606722"/>
              <a:gd name="connsiteY67" fmla="*/ 325000 h 606722"/>
              <a:gd name="connsiteX68" fmla="*/ 325000 h 606722"/>
              <a:gd name="connsiteY68" fmla="*/ 325000 h 606722"/>
              <a:gd name="connsiteX69" fmla="*/ 325000 h 606722"/>
              <a:gd name="connsiteY69" fmla="*/ 325000 h 606722"/>
              <a:gd name="connsiteX70" fmla="*/ 325000 h 606722"/>
              <a:gd name="connsiteY70" fmla="*/ 325000 h 606722"/>
              <a:gd name="connsiteX71" fmla="*/ 325000 h 606722"/>
              <a:gd name="connsiteY71" fmla="*/ 325000 h 606722"/>
              <a:gd name="connsiteX72" fmla="*/ 325000 h 606722"/>
              <a:gd name="connsiteY72" fmla="*/ 325000 h 606722"/>
              <a:gd name="connsiteX73" fmla="*/ 325000 h 606722"/>
              <a:gd name="connsiteY73" fmla="*/ 325000 h 606722"/>
              <a:gd name="connsiteX74" fmla="*/ 325000 h 606722"/>
              <a:gd name="connsiteY74" fmla="*/ 325000 h 606722"/>
              <a:gd name="connsiteX75" fmla="*/ 325000 h 606722"/>
              <a:gd name="connsiteY75" fmla="*/ 325000 h 606722"/>
              <a:gd name="connsiteX76" fmla="*/ 325000 h 606722"/>
              <a:gd name="connsiteY76" fmla="*/ 325000 h 606722"/>
              <a:gd name="connsiteX77" fmla="*/ 325000 h 606722"/>
              <a:gd name="connsiteY77" fmla="*/ 325000 h 606722"/>
              <a:gd name="connsiteX78" fmla="*/ 325000 h 606722"/>
              <a:gd name="connsiteY78" fmla="*/ 325000 h 606722"/>
              <a:gd name="connsiteX79" fmla="*/ 325000 h 606722"/>
              <a:gd name="connsiteY79" fmla="*/ 325000 h 606722"/>
              <a:gd name="connsiteX80" fmla="*/ 325000 h 606722"/>
              <a:gd name="connsiteY80" fmla="*/ 325000 h 606722"/>
              <a:gd name="connsiteX81" fmla="*/ 325000 h 606722"/>
              <a:gd name="connsiteY81" fmla="*/ 325000 h 606722"/>
              <a:gd name="connsiteX82" fmla="*/ 325000 h 606722"/>
              <a:gd name="connsiteY82" fmla="*/ 325000 h 606722"/>
              <a:gd name="connsiteX83" fmla="*/ 325000 h 606722"/>
              <a:gd name="connsiteY83" fmla="*/ 325000 h 606722"/>
              <a:gd name="connsiteX84" fmla="*/ 325000 h 606722"/>
              <a:gd name="connsiteY84" fmla="*/ 325000 h 606722"/>
              <a:gd name="connsiteX85" fmla="*/ 325000 h 606722"/>
              <a:gd name="connsiteY85" fmla="*/ 325000 h 606722"/>
              <a:gd name="connsiteX86" fmla="*/ 325000 h 606722"/>
              <a:gd name="connsiteY86" fmla="*/ 325000 h 606722"/>
              <a:gd name="connsiteX87" fmla="*/ 325000 h 606722"/>
              <a:gd name="connsiteY87" fmla="*/ 325000 h 606722"/>
              <a:gd name="connsiteX88" fmla="*/ 325000 h 606722"/>
              <a:gd name="connsiteY88" fmla="*/ 325000 h 606722"/>
              <a:gd name="connsiteX89" fmla="*/ 325000 h 606722"/>
              <a:gd name="connsiteY89" fmla="*/ 325000 h 606722"/>
              <a:gd name="connsiteX90" fmla="*/ 325000 h 606722"/>
              <a:gd name="connsiteY90" fmla="*/ 325000 h 606722"/>
              <a:gd name="connsiteX91" fmla="*/ 325000 h 606722"/>
              <a:gd name="connsiteY91" fmla="*/ 325000 h 606722"/>
              <a:gd name="connsiteX92" fmla="*/ 325000 h 606722"/>
              <a:gd name="connsiteY92" fmla="*/ 325000 h 606722"/>
              <a:gd name="connsiteX93" fmla="*/ 325000 h 606722"/>
              <a:gd name="connsiteY93" fmla="*/ 325000 h 606722"/>
              <a:gd name="connsiteX94" fmla="*/ 325000 h 606722"/>
              <a:gd name="connsiteY94" fmla="*/ 325000 h 606722"/>
              <a:gd name="connsiteX95" fmla="*/ 325000 h 606722"/>
              <a:gd name="connsiteY95" fmla="*/ 325000 h 606722"/>
              <a:gd name="connsiteX96" fmla="*/ 325000 h 606722"/>
              <a:gd name="connsiteY96" fmla="*/ 325000 h 606722"/>
              <a:gd name="connsiteX97" fmla="*/ 325000 h 606722"/>
              <a:gd name="connsiteY97" fmla="*/ 325000 h 606722"/>
              <a:gd name="connsiteX98" fmla="*/ 325000 h 606722"/>
              <a:gd name="connsiteY98" fmla="*/ 325000 h 606722"/>
              <a:gd name="connsiteX99" fmla="*/ 325000 h 606722"/>
              <a:gd name="connsiteY99" fmla="*/ 325000 h 606722"/>
              <a:gd name="connsiteX100" fmla="*/ 325000 h 606722"/>
              <a:gd name="connsiteY100" fmla="*/ 325000 h 606722"/>
              <a:gd name="connsiteX101" fmla="*/ 325000 h 606722"/>
              <a:gd name="connsiteY101" fmla="*/ 325000 h 606722"/>
              <a:gd name="connsiteX102" fmla="*/ 325000 h 606722"/>
              <a:gd name="connsiteY102" fmla="*/ 325000 h 606722"/>
              <a:gd name="connsiteX103" fmla="*/ 325000 h 606722"/>
              <a:gd name="connsiteY103" fmla="*/ 325000 h 606722"/>
              <a:gd name="connsiteX104" fmla="*/ 325000 h 606722"/>
              <a:gd name="connsiteY104" fmla="*/ 325000 h 606722"/>
              <a:gd name="connsiteX105" fmla="*/ 325000 h 606722"/>
              <a:gd name="connsiteY105" fmla="*/ 325000 h 606722"/>
              <a:gd name="connsiteX106" fmla="*/ 325000 h 606722"/>
              <a:gd name="connsiteY106" fmla="*/ 325000 h 606722"/>
              <a:gd name="connsiteX107" fmla="*/ 325000 h 606722"/>
              <a:gd name="connsiteY107" fmla="*/ 325000 h 606722"/>
              <a:gd name="connsiteX108" fmla="*/ 325000 h 606722"/>
              <a:gd name="connsiteY108" fmla="*/ 325000 h 606722"/>
              <a:gd name="connsiteX109" fmla="*/ 325000 h 606722"/>
              <a:gd name="connsiteY109" fmla="*/ 325000 h 606722"/>
              <a:gd name="connsiteX110" fmla="*/ 325000 h 606722"/>
              <a:gd name="connsiteY110" fmla="*/ 325000 h 606722"/>
              <a:gd name="connsiteX111" fmla="*/ 325000 h 606722"/>
              <a:gd name="connsiteY111" fmla="*/ 325000 h 606722"/>
              <a:gd name="connsiteX112" fmla="*/ 325000 h 606722"/>
              <a:gd name="connsiteY112" fmla="*/ 325000 h 606722"/>
              <a:gd name="connsiteX113" fmla="*/ 325000 h 606722"/>
              <a:gd name="connsiteY113" fmla="*/ 325000 h 606722"/>
              <a:gd name="connsiteX114" fmla="*/ 325000 h 606722"/>
              <a:gd name="connsiteY114" fmla="*/ 325000 h 606722"/>
              <a:gd name="connsiteX115" fmla="*/ 325000 h 606722"/>
              <a:gd name="connsiteY115" fmla="*/ 325000 h 606722"/>
              <a:gd name="connsiteX116" fmla="*/ 325000 h 606722"/>
              <a:gd name="connsiteY116" fmla="*/ 325000 h 606722"/>
              <a:gd name="connsiteX117" fmla="*/ 325000 h 606722"/>
              <a:gd name="connsiteY117" fmla="*/ 325000 h 606722"/>
              <a:gd name="connsiteX118" fmla="*/ 325000 h 606722"/>
              <a:gd name="connsiteY118" fmla="*/ 325000 h 606722"/>
              <a:gd name="connsiteX119" fmla="*/ 325000 h 606722"/>
              <a:gd name="connsiteY119" fmla="*/ 325000 h 606722"/>
              <a:gd name="connsiteX120" fmla="*/ 325000 h 606722"/>
              <a:gd name="connsiteY120" fmla="*/ 325000 h 606722"/>
              <a:gd name="connsiteX121" fmla="*/ 325000 h 606722"/>
              <a:gd name="connsiteY121" fmla="*/ 325000 h 606722"/>
              <a:gd name="connsiteX122" fmla="*/ 325000 h 606722"/>
              <a:gd name="connsiteY122" fmla="*/ 325000 h 606722"/>
              <a:gd name="connsiteX123" fmla="*/ 325000 h 606722"/>
              <a:gd name="connsiteY123" fmla="*/ 325000 h 606722"/>
              <a:gd name="connsiteX124" fmla="*/ 325000 h 606722"/>
              <a:gd name="connsiteY124" fmla="*/ 325000 h 606722"/>
              <a:gd name="connsiteX125" fmla="*/ 325000 h 606722"/>
              <a:gd name="connsiteY125" fmla="*/ 325000 h 606722"/>
              <a:gd name="connsiteX126" fmla="*/ 325000 h 606722"/>
              <a:gd name="connsiteY126" fmla="*/ 325000 h 606722"/>
              <a:gd name="connsiteX127" fmla="*/ 325000 h 606722"/>
              <a:gd name="connsiteY127" fmla="*/ 325000 h 606722"/>
              <a:gd name="connsiteX128" fmla="*/ 325000 h 606722"/>
              <a:gd name="connsiteY128" fmla="*/ 325000 h 606722"/>
              <a:gd name="connsiteX129" fmla="*/ 325000 h 606722"/>
              <a:gd name="connsiteY129" fmla="*/ 325000 h 606722"/>
              <a:gd name="connsiteX130" fmla="*/ 325000 h 606722"/>
              <a:gd name="connsiteY130" fmla="*/ 325000 h 606722"/>
              <a:gd name="connsiteX131" fmla="*/ 325000 h 606722"/>
              <a:gd name="connsiteY131" fmla="*/ 325000 h 606722"/>
              <a:gd name="connsiteX132" fmla="*/ 325000 h 606722"/>
              <a:gd name="connsiteY132" fmla="*/ 325000 h 606722"/>
              <a:gd name="connsiteX133" fmla="*/ 325000 h 606722"/>
              <a:gd name="connsiteY133" fmla="*/ 325000 h 606722"/>
              <a:gd name="connsiteX134" fmla="*/ 325000 h 606722"/>
              <a:gd name="connsiteY134" fmla="*/ 325000 h 606722"/>
              <a:gd name="connsiteX135" fmla="*/ 325000 h 606722"/>
              <a:gd name="connsiteY135" fmla="*/ 325000 h 606722"/>
              <a:gd name="connsiteX136" fmla="*/ 325000 h 606722"/>
              <a:gd name="connsiteY136" fmla="*/ 325000 h 606722"/>
              <a:gd name="connsiteX137" fmla="*/ 325000 h 606722"/>
              <a:gd name="connsiteY137" fmla="*/ 325000 h 606722"/>
              <a:gd name="connsiteX138" fmla="*/ 325000 h 606722"/>
              <a:gd name="connsiteY138" fmla="*/ 325000 h 606722"/>
              <a:gd name="connsiteX139" fmla="*/ 325000 h 606722"/>
              <a:gd name="connsiteY139" fmla="*/ 325000 h 606722"/>
              <a:gd name="connsiteX140" fmla="*/ 325000 h 606722"/>
              <a:gd name="connsiteY140" fmla="*/ 325000 h 606722"/>
              <a:gd name="connsiteX141" fmla="*/ 325000 h 606722"/>
              <a:gd name="connsiteY141" fmla="*/ 325000 h 606722"/>
              <a:gd name="connsiteX142" fmla="*/ 325000 h 606722"/>
              <a:gd name="connsiteY142" fmla="*/ 325000 h 606722"/>
              <a:gd name="connsiteX143" fmla="*/ 325000 h 606722"/>
              <a:gd name="connsiteY143" fmla="*/ 325000 h 606722"/>
              <a:gd name="connsiteX144" fmla="*/ 325000 h 606722"/>
              <a:gd name="connsiteY144" fmla="*/ 325000 h 606722"/>
              <a:gd name="connsiteX145" fmla="*/ 325000 h 606722"/>
              <a:gd name="connsiteY145" fmla="*/ 325000 h 606722"/>
              <a:gd name="connsiteX146" fmla="*/ 325000 h 606722"/>
              <a:gd name="connsiteY146" fmla="*/ 325000 h 606722"/>
              <a:gd name="connsiteX147" fmla="*/ 325000 h 606722"/>
              <a:gd name="connsiteY147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486018" h="606761">
                <a:moveTo>
                  <a:pt x="394882" y="586292"/>
                </a:moveTo>
                <a:lnTo>
                  <a:pt x="415473" y="586292"/>
                </a:lnTo>
                <a:lnTo>
                  <a:pt x="415473" y="606761"/>
                </a:lnTo>
                <a:lnTo>
                  <a:pt x="394882" y="606761"/>
                </a:lnTo>
                <a:close/>
                <a:moveTo>
                  <a:pt x="354675" y="586292"/>
                </a:moveTo>
                <a:lnTo>
                  <a:pt x="374413" y="586292"/>
                </a:lnTo>
                <a:lnTo>
                  <a:pt x="374413" y="606761"/>
                </a:lnTo>
                <a:lnTo>
                  <a:pt x="354675" y="606761"/>
                </a:lnTo>
                <a:close/>
                <a:moveTo>
                  <a:pt x="313615" y="586292"/>
                </a:moveTo>
                <a:lnTo>
                  <a:pt x="334206" y="586292"/>
                </a:lnTo>
                <a:lnTo>
                  <a:pt x="334206" y="606761"/>
                </a:lnTo>
                <a:lnTo>
                  <a:pt x="313615" y="606761"/>
                </a:lnTo>
                <a:close/>
                <a:moveTo>
                  <a:pt x="273408" y="586292"/>
                </a:moveTo>
                <a:lnTo>
                  <a:pt x="293877" y="586292"/>
                </a:lnTo>
                <a:lnTo>
                  <a:pt x="293877" y="606761"/>
                </a:lnTo>
                <a:lnTo>
                  <a:pt x="273408" y="606761"/>
                </a:lnTo>
                <a:close/>
                <a:moveTo>
                  <a:pt x="233201" y="586292"/>
                </a:moveTo>
                <a:lnTo>
                  <a:pt x="252939" y="586292"/>
                </a:lnTo>
                <a:lnTo>
                  <a:pt x="252939" y="606761"/>
                </a:lnTo>
                <a:lnTo>
                  <a:pt x="233201" y="606761"/>
                </a:lnTo>
                <a:close/>
                <a:moveTo>
                  <a:pt x="192141" y="586292"/>
                </a:moveTo>
                <a:lnTo>
                  <a:pt x="212610" y="586292"/>
                </a:lnTo>
                <a:lnTo>
                  <a:pt x="212610" y="606761"/>
                </a:lnTo>
                <a:lnTo>
                  <a:pt x="192141" y="606761"/>
                </a:lnTo>
                <a:close/>
                <a:moveTo>
                  <a:pt x="151934" y="586292"/>
                </a:moveTo>
                <a:lnTo>
                  <a:pt x="172403" y="586292"/>
                </a:lnTo>
                <a:lnTo>
                  <a:pt x="172403" y="606761"/>
                </a:lnTo>
                <a:lnTo>
                  <a:pt x="151934" y="606761"/>
                </a:lnTo>
                <a:close/>
                <a:moveTo>
                  <a:pt x="111605" y="586292"/>
                </a:moveTo>
                <a:lnTo>
                  <a:pt x="131343" y="586292"/>
                </a:lnTo>
                <a:lnTo>
                  <a:pt x="131343" y="606761"/>
                </a:lnTo>
                <a:lnTo>
                  <a:pt x="111605" y="606761"/>
                </a:lnTo>
                <a:close/>
                <a:moveTo>
                  <a:pt x="70545" y="586292"/>
                </a:moveTo>
                <a:lnTo>
                  <a:pt x="91136" y="586292"/>
                </a:lnTo>
                <a:lnTo>
                  <a:pt x="91136" y="606761"/>
                </a:lnTo>
                <a:lnTo>
                  <a:pt x="70545" y="606761"/>
                </a:lnTo>
                <a:close/>
                <a:moveTo>
                  <a:pt x="324337" y="546085"/>
                </a:moveTo>
                <a:lnTo>
                  <a:pt x="415473" y="546085"/>
                </a:lnTo>
                <a:lnTo>
                  <a:pt x="415473" y="566554"/>
                </a:lnTo>
                <a:lnTo>
                  <a:pt x="324337" y="566554"/>
                </a:lnTo>
                <a:close/>
                <a:moveTo>
                  <a:pt x="70545" y="546085"/>
                </a:moveTo>
                <a:lnTo>
                  <a:pt x="293877" y="546085"/>
                </a:lnTo>
                <a:lnTo>
                  <a:pt x="293877" y="566554"/>
                </a:lnTo>
                <a:lnTo>
                  <a:pt x="70545" y="566554"/>
                </a:lnTo>
                <a:close/>
                <a:moveTo>
                  <a:pt x="243070" y="495278"/>
                </a:moveTo>
                <a:lnTo>
                  <a:pt x="415473" y="495278"/>
                </a:lnTo>
                <a:lnTo>
                  <a:pt x="415473" y="515747"/>
                </a:lnTo>
                <a:lnTo>
                  <a:pt x="243070" y="515747"/>
                </a:lnTo>
                <a:close/>
                <a:moveTo>
                  <a:pt x="70545" y="495278"/>
                </a:moveTo>
                <a:lnTo>
                  <a:pt x="212610" y="495278"/>
                </a:lnTo>
                <a:lnTo>
                  <a:pt x="212610" y="515747"/>
                </a:lnTo>
                <a:lnTo>
                  <a:pt x="70545" y="515747"/>
                </a:lnTo>
                <a:close/>
                <a:moveTo>
                  <a:pt x="394882" y="455071"/>
                </a:moveTo>
                <a:lnTo>
                  <a:pt x="415473" y="455071"/>
                </a:lnTo>
                <a:lnTo>
                  <a:pt x="415473" y="475540"/>
                </a:lnTo>
                <a:lnTo>
                  <a:pt x="394882" y="475540"/>
                </a:lnTo>
                <a:close/>
                <a:moveTo>
                  <a:pt x="354675" y="455071"/>
                </a:moveTo>
                <a:lnTo>
                  <a:pt x="374413" y="455071"/>
                </a:lnTo>
                <a:lnTo>
                  <a:pt x="374413" y="475540"/>
                </a:lnTo>
                <a:lnTo>
                  <a:pt x="354675" y="475540"/>
                </a:lnTo>
                <a:close/>
                <a:moveTo>
                  <a:pt x="313615" y="455071"/>
                </a:moveTo>
                <a:lnTo>
                  <a:pt x="334206" y="455071"/>
                </a:lnTo>
                <a:lnTo>
                  <a:pt x="334206" y="475540"/>
                </a:lnTo>
                <a:lnTo>
                  <a:pt x="313615" y="475540"/>
                </a:lnTo>
                <a:close/>
                <a:moveTo>
                  <a:pt x="273408" y="455071"/>
                </a:moveTo>
                <a:lnTo>
                  <a:pt x="293877" y="455071"/>
                </a:lnTo>
                <a:lnTo>
                  <a:pt x="293877" y="475540"/>
                </a:lnTo>
                <a:lnTo>
                  <a:pt x="273408" y="475540"/>
                </a:lnTo>
                <a:close/>
                <a:moveTo>
                  <a:pt x="233201" y="455071"/>
                </a:moveTo>
                <a:lnTo>
                  <a:pt x="252939" y="455071"/>
                </a:lnTo>
                <a:lnTo>
                  <a:pt x="252939" y="475540"/>
                </a:lnTo>
                <a:lnTo>
                  <a:pt x="233201" y="475540"/>
                </a:lnTo>
                <a:close/>
                <a:moveTo>
                  <a:pt x="192141" y="455071"/>
                </a:moveTo>
                <a:lnTo>
                  <a:pt x="212610" y="455071"/>
                </a:lnTo>
                <a:lnTo>
                  <a:pt x="212610" y="475540"/>
                </a:lnTo>
                <a:lnTo>
                  <a:pt x="192141" y="475540"/>
                </a:lnTo>
                <a:close/>
                <a:moveTo>
                  <a:pt x="151934" y="455071"/>
                </a:moveTo>
                <a:lnTo>
                  <a:pt x="172403" y="455071"/>
                </a:lnTo>
                <a:lnTo>
                  <a:pt x="172403" y="475540"/>
                </a:lnTo>
                <a:lnTo>
                  <a:pt x="151934" y="475540"/>
                </a:lnTo>
                <a:close/>
                <a:moveTo>
                  <a:pt x="111605" y="455071"/>
                </a:moveTo>
                <a:lnTo>
                  <a:pt x="131343" y="455071"/>
                </a:lnTo>
                <a:lnTo>
                  <a:pt x="131343" y="475540"/>
                </a:lnTo>
                <a:lnTo>
                  <a:pt x="111605" y="475540"/>
                </a:lnTo>
                <a:close/>
                <a:moveTo>
                  <a:pt x="70545" y="455071"/>
                </a:moveTo>
                <a:lnTo>
                  <a:pt x="91136" y="455071"/>
                </a:lnTo>
                <a:lnTo>
                  <a:pt x="91136" y="475540"/>
                </a:lnTo>
                <a:lnTo>
                  <a:pt x="70545" y="475540"/>
                </a:lnTo>
                <a:close/>
                <a:moveTo>
                  <a:pt x="222479" y="293511"/>
                </a:moveTo>
                <a:lnTo>
                  <a:pt x="263539" y="293511"/>
                </a:lnTo>
                <a:lnTo>
                  <a:pt x="263539" y="313249"/>
                </a:lnTo>
                <a:lnTo>
                  <a:pt x="222479" y="313249"/>
                </a:lnTo>
                <a:close/>
                <a:moveTo>
                  <a:pt x="243070" y="222235"/>
                </a:moveTo>
                <a:cubicBezTo>
                  <a:pt x="288640" y="222235"/>
                  <a:pt x="324337" y="257879"/>
                  <a:pt x="324337" y="303381"/>
                </a:cubicBezTo>
                <a:cubicBezTo>
                  <a:pt x="324337" y="332958"/>
                  <a:pt x="309147" y="358743"/>
                  <a:pt x="283324" y="373152"/>
                </a:cubicBezTo>
                <a:lnTo>
                  <a:pt x="283324" y="414863"/>
                </a:lnTo>
                <a:lnTo>
                  <a:pt x="263576" y="414863"/>
                </a:lnTo>
                <a:lnTo>
                  <a:pt x="263576" y="367085"/>
                </a:lnTo>
                <a:cubicBezTo>
                  <a:pt x="263576" y="363293"/>
                  <a:pt x="265095" y="360260"/>
                  <a:pt x="269652" y="357985"/>
                </a:cubicBezTo>
                <a:cubicBezTo>
                  <a:pt x="290919" y="348126"/>
                  <a:pt x="303830" y="327649"/>
                  <a:pt x="303830" y="303381"/>
                </a:cubicBezTo>
                <a:cubicBezTo>
                  <a:pt x="303830" y="269254"/>
                  <a:pt x="277247" y="242711"/>
                  <a:pt x="243070" y="242711"/>
                </a:cubicBezTo>
                <a:cubicBezTo>
                  <a:pt x="208892" y="242711"/>
                  <a:pt x="182309" y="269254"/>
                  <a:pt x="182309" y="303381"/>
                </a:cubicBezTo>
                <a:cubicBezTo>
                  <a:pt x="182309" y="327649"/>
                  <a:pt x="195221" y="348126"/>
                  <a:pt x="216487" y="357985"/>
                </a:cubicBezTo>
                <a:cubicBezTo>
                  <a:pt x="221044" y="360260"/>
                  <a:pt x="222563" y="363293"/>
                  <a:pt x="222563" y="367085"/>
                </a:cubicBezTo>
                <a:lnTo>
                  <a:pt x="222563" y="414863"/>
                </a:lnTo>
                <a:lnTo>
                  <a:pt x="202816" y="414863"/>
                </a:lnTo>
                <a:lnTo>
                  <a:pt x="202816" y="373152"/>
                </a:lnTo>
                <a:cubicBezTo>
                  <a:pt x="176993" y="358743"/>
                  <a:pt x="161803" y="332958"/>
                  <a:pt x="161803" y="303381"/>
                </a:cubicBezTo>
                <a:cubicBezTo>
                  <a:pt x="161803" y="257879"/>
                  <a:pt x="197499" y="222235"/>
                  <a:pt x="243070" y="222235"/>
                </a:cubicBezTo>
                <a:close/>
                <a:moveTo>
                  <a:pt x="111632" y="20478"/>
                </a:moveTo>
                <a:cubicBezTo>
                  <a:pt x="100241" y="20478"/>
                  <a:pt x="91128" y="29579"/>
                  <a:pt x="91128" y="40198"/>
                </a:cubicBezTo>
                <a:lnTo>
                  <a:pt x="91128" y="161550"/>
                </a:lnTo>
                <a:lnTo>
                  <a:pt x="394890" y="161550"/>
                </a:lnTo>
                <a:lnTo>
                  <a:pt x="394890" y="40198"/>
                </a:lnTo>
                <a:cubicBezTo>
                  <a:pt x="394890" y="29579"/>
                  <a:pt x="385777" y="20478"/>
                  <a:pt x="374386" y="20478"/>
                </a:cubicBezTo>
                <a:close/>
                <a:moveTo>
                  <a:pt x="111632" y="0"/>
                </a:moveTo>
                <a:lnTo>
                  <a:pt x="374386" y="0"/>
                </a:lnTo>
                <a:cubicBezTo>
                  <a:pt x="397168" y="0"/>
                  <a:pt x="415394" y="18203"/>
                  <a:pt x="415394" y="40198"/>
                </a:cubicBezTo>
                <a:lnTo>
                  <a:pt x="415394" y="161550"/>
                </a:lnTo>
                <a:lnTo>
                  <a:pt x="476146" y="161550"/>
                </a:lnTo>
                <a:cubicBezTo>
                  <a:pt x="482221" y="161550"/>
                  <a:pt x="486018" y="166101"/>
                  <a:pt x="486018" y="172168"/>
                </a:cubicBezTo>
                <a:lnTo>
                  <a:pt x="486018" y="464930"/>
                </a:lnTo>
                <a:lnTo>
                  <a:pt x="486018" y="596901"/>
                </a:lnTo>
                <a:cubicBezTo>
                  <a:pt x="486018" y="602969"/>
                  <a:pt x="482221" y="606761"/>
                  <a:pt x="476146" y="606761"/>
                </a:cubicBezTo>
                <a:lnTo>
                  <a:pt x="435138" y="606761"/>
                </a:lnTo>
                <a:lnTo>
                  <a:pt x="435138" y="586283"/>
                </a:lnTo>
                <a:lnTo>
                  <a:pt x="465514" y="586283"/>
                </a:lnTo>
                <a:lnTo>
                  <a:pt x="465514" y="475549"/>
                </a:lnTo>
                <a:lnTo>
                  <a:pt x="435138" y="475549"/>
                </a:lnTo>
                <a:lnTo>
                  <a:pt x="435138" y="455071"/>
                </a:lnTo>
                <a:lnTo>
                  <a:pt x="465514" y="455071"/>
                </a:lnTo>
                <a:lnTo>
                  <a:pt x="465514" y="182028"/>
                </a:lnTo>
                <a:lnTo>
                  <a:pt x="20504" y="182028"/>
                </a:lnTo>
                <a:lnTo>
                  <a:pt x="20504" y="455071"/>
                </a:lnTo>
                <a:lnTo>
                  <a:pt x="50880" y="455071"/>
                </a:lnTo>
                <a:lnTo>
                  <a:pt x="50880" y="475549"/>
                </a:lnTo>
                <a:lnTo>
                  <a:pt x="20504" y="475549"/>
                </a:lnTo>
                <a:lnTo>
                  <a:pt x="20504" y="586283"/>
                </a:lnTo>
                <a:lnTo>
                  <a:pt x="50880" y="586283"/>
                </a:lnTo>
                <a:lnTo>
                  <a:pt x="50880" y="606761"/>
                </a:lnTo>
                <a:lnTo>
                  <a:pt x="9872" y="606761"/>
                </a:lnTo>
                <a:cubicBezTo>
                  <a:pt x="3797" y="606761"/>
                  <a:pt x="0" y="602969"/>
                  <a:pt x="0" y="596901"/>
                </a:cubicBezTo>
                <a:lnTo>
                  <a:pt x="0" y="464930"/>
                </a:lnTo>
                <a:lnTo>
                  <a:pt x="0" y="172168"/>
                </a:lnTo>
                <a:cubicBezTo>
                  <a:pt x="0" y="166101"/>
                  <a:pt x="3797" y="161550"/>
                  <a:pt x="9872" y="161550"/>
                </a:cubicBezTo>
                <a:lnTo>
                  <a:pt x="70624" y="161550"/>
                </a:lnTo>
                <a:lnTo>
                  <a:pt x="70624" y="40198"/>
                </a:lnTo>
                <a:cubicBezTo>
                  <a:pt x="70624" y="18203"/>
                  <a:pt x="88850" y="0"/>
                  <a:pt x="111632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32" name="padlock_348436">
            <a:extLst>
              <a:ext uri="{FF2B5EF4-FFF2-40B4-BE49-F238E27FC236}">
                <a16:creationId xmlns:a16="http://schemas.microsoft.com/office/drawing/2014/main" id="{0F398813-4675-455F-81BF-FC9AB186748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716326" y="4372658"/>
            <a:ext cx="616700" cy="564465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  <a:gd name="connsiteX83" fmla="*/ 373273 h 605239"/>
              <a:gd name="connsiteY83" fmla="*/ 373273 h 605239"/>
              <a:gd name="connsiteX84" fmla="*/ 373273 h 605239"/>
              <a:gd name="connsiteY84" fmla="*/ 373273 h 605239"/>
              <a:gd name="connsiteX85" fmla="*/ 373273 h 605239"/>
              <a:gd name="connsiteY85" fmla="*/ 373273 h 605239"/>
              <a:gd name="connsiteX86" fmla="*/ 373273 h 605239"/>
              <a:gd name="connsiteY86" fmla="*/ 373273 h 605239"/>
              <a:gd name="connsiteX87" fmla="*/ 373273 h 605239"/>
              <a:gd name="connsiteY87" fmla="*/ 373273 h 605239"/>
              <a:gd name="connsiteX88" fmla="*/ 373273 h 605239"/>
              <a:gd name="connsiteY88" fmla="*/ 373273 h 605239"/>
              <a:gd name="connsiteX89" fmla="*/ 373273 h 605239"/>
              <a:gd name="connsiteY89" fmla="*/ 373273 h 605239"/>
              <a:gd name="connsiteX90" fmla="*/ 373273 h 605239"/>
              <a:gd name="connsiteY90" fmla="*/ 373273 h 605239"/>
              <a:gd name="connsiteX91" fmla="*/ 373273 h 605239"/>
              <a:gd name="connsiteY91" fmla="*/ 373273 h 605239"/>
              <a:gd name="connsiteX92" fmla="*/ 373273 h 605239"/>
              <a:gd name="connsiteY92" fmla="*/ 373273 h 605239"/>
              <a:gd name="connsiteX93" fmla="*/ 373273 h 605239"/>
              <a:gd name="connsiteY93" fmla="*/ 373273 h 605239"/>
              <a:gd name="connsiteX94" fmla="*/ 373273 h 605239"/>
              <a:gd name="connsiteY94" fmla="*/ 373273 h 605239"/>
              <a:gd name="connsiteX95" fmla="*/ 373273 h 605239"/>
              <a:gd name="connsiteY95" fmla="*/ 373273 h 605239"/>
              <a:gd name="connsiteX96" fmla="*/ 373273 h 605239"/>
              <a:gd name="connsiteY96" fmla="*/ 373273 h 605239"/>
              <a:gd name="connsiteX97" fmla="*/ 373273 h 605239"/>
              <a:gd name="connsiteY97" fmla="*/ 373273 h 605239"/>
              <a:gd name="connsiteX98" fmla="*/ 373273 h 605239"/>
              <a:gd name="connsiteY98" fmla="*/ 373273 h 605239"/>
              <a:gd name="connsiteX99" fmla="*/ 373273 h 605239"/>
              <a:gd name="connsiteY99" fmla="*/ 373273 h 605239"/>
              <a:gd name="connsiteX100" fmla="*/ 373273 h 605239"/>
              <a:gd name="connsiteY100" fmla="*/ 373273 h 605239"/>
              <a:gd name="connsiteX101" fmla="*/ 373273 h 605239"/>
              <a:gd name="connsiteY101" fmla="*/ 373273 h 605239"/>
              <a:gd name="connsiteX102" fmla="*/ 373273 h 605239"/>
              <a:gd name="connsiteY102" fmla="*/ 373273 h 605239"/>
              <a:gd name="connsiteX103" fmla="*/ 373273 h 605239"/>
              <a:gd name="connsiteY103" fmla="*/ 373273 h 605239"/>
              <a:gd name="connsiteX104" fmla="*/ 373273 h 605239"/>
              <a:gd name="connsiteY104" fmla="*/ 373273 h 605239"/>
              <a:gd name="connsiteX105" fmla="*/ 373273 h 605239"/>
              <a:gd name="connsiteY105" fmla="*/ 373273 h 605239"/>
              <a:gd name="connsiteX106" fmla="*/ 373273 h 605239"/>
              <a:gd name="connsiteY106" fmla="*/ 373273 h 605239"/>
              <a:gd name="connsiteX107" fmla="*/ 373273 h 605239"/>
              <a:gd name="connsiteY107" fmla="*/ 373273 h 605239"/>
              <a:gd name="connsiteX108" fmla="*/ 373273 h 605239"/>
              <a:gd name="connsiteY108" fmla="*/ 373273 h 605239"/>
              <a:gd name="connsiteX109" fmla="*/ 373273 h 605239"/>
              <a:gd name="connsiteY109" fmla="*/ 373273 h 605239"/>
              <a:gd name="connsiteX110" fmla="*/ 373273 h 605239"/>
              <a:gd name="connsiteY110" fmla="*/ 373273 h 605239"/>
              <a:gd name="connsiteX111" fmla="*/ 373273 h 605239"/>
              <a:gd name="connsiteY111" fmla="*/ 373273 h 605239"/>
              <a:gd name="connsiteX112" fmla="*/ 373273 h 605239"/>
              <a:gd name="connsiteY112" fmla="*/ 373273 h 605239"/>
              <a:gd name="connsiteX113" fmla="*/ 373273 h 605239"/>
              <a:gd name="connsiteY113" fmla="*/ 373273 h 605239"/>
              <a:gd name="connsiteX114" fmla="*/ 373273 h 605239"/>
              <a:gd name="connsiteY114" fmla="*/ 373273 h 605239"/>
              <a:gd name="connsiteX115" fmla="*/ 373273 h 605239"/>
              <a:gd name="connsiteY115" fmla="*/ 373273 h 605239"/>
              <a:gd name="connsiteX116" fmla="*/ 373273 h 605239"/>
              <a:gd name="connsiteY116" fmla="*/ 373273 h 605239"/>
              <a:gd name="connsiteX117" fmla="*/ 373273 h 605239"/>
              <a:gd name="connsiteY117" fmla="*/ 373273 h 605239"/>
              <a:gd name="connsiteX118" fmla="*/ 373273 h 605239"/>
              <a:gd name="connsiteY118" fmla="*/ 373273 h 605239"/>
              <a:gd name="connsiteX119" fmla="*/ 373273 h 605239"/>
              <a:gd name="connsiteY119" fmla="*/ 373273 h 605239"/>
              <a:gd name="connsiteX120" fmla="*/ 373273 h 605239"/>
              <a:gd name="connsiteY120" fmla="*/ 373273 h 605239"/>
              <a:gd name="connsiteX121" fmla="*/ 373273 h 605239"/>
              <a:gd name="connsiteY121" fmla="*/ 373273 h 605239"/>
              <a:gd name="connsiteX122" fmla="*/ 373273 h 605239"/>
              <a:gd name="connsiteY122" fmla="*/ 373273 h 605239"/>
              <a:gd name="connsiteX123" fmla="*/ 373273 h 605239"/>
              <a:gd name="connsiteY123" fmla="*/ 373273 h 605239"/>
              <a:gd name="connsiteX124" fmla="*/ 373273 h 605239"/>
              <a:gd name="connsiteY124" fmla="*/ 373273 h 605239"/>
              <a:gd name="connsiteX125" fmla="*/ 373273 h 605239"/>
              <a:gd name="connsiteY125" fmla="*/ 373273 h 605239"/>
              <a:gd name="connsiteX126" fmla="*/ 373273 h 605239"/>
              <a:gd name="connsiteY126" fmla="*/ 373273 h 605239"/>
              <a:gd name="connsiteX127" fmla="*/ 373273 h 605239"/>
              <a:gd name="connsiteY127" fmla="*/ 373273 h 605239"/>
              <a:gd name="connsiteX128" fmla="*/ 373273 h 605239"/>
              <a:gd name="connsiteY128" fmla="*/ 373273 h 605239"/>
              <a:gd name="connsiteX129" fmla="*/ 373273 h 605239"/>
              <a:gd name="connsiteY129" fmla="*/ 373273 h 605239"/>
              <a:gd name="connsiteX130" fmla="*/ 373273 h 605239"/>
              <a:gd name="connsiteY130" fmla="*/ 373273 h 605239"/>
              <a:gd name="connsiteX131" fmla="*/ 373273 h 605239"/>
              <a:gd name="connsiteY131" fmla="*/ 373273 h 605239"/>
              <a:gd name="connsiteX132" fmla="*/ 373273 h 605239"/>
              <a:gd name="connsiteY132" fmla="*/ 373273 h 605239"/>
              <a:gd name="connsiteX133" fmla="*/ 373273 h 605239"/>
              <a:gd name="connsiteY133" fmla="*/ 373273 h 605239"/>
              <a:gd name="connsiteX134" fmla="*/ 373273 h 605239"/>
              <a:gd name="connsiteY134" fmla="*/ 373273 h 605239"/>
              <a:gd name="connsiteX135" fmla="*/ 373273 h 605239"/>
              <a:gd name="connsiteY135" fmla="*/ 373273 h 605239"/>
              <a:gd name="connsiteX136" fmla="*/ 373273 h 605239"/>
              <a:gd name="connsiteY136" fmla="*/ 373273 h 605239"/>
              <a:gd name="connsiteX137" fmla="*/ 373273 h 605239"/>
              <a:gd name="connsiteY137" fmla="*/ 373273 h 605239"/>
              <a:gd name="connsiteX138" fmla="*/ 373273 h 605239"/>
              <a:gd name="connsiteY138" fmla="*/ 373273 h 605239"/>
              <a:gd name="connsiteX139" fmla="*/ 373273 h 605239"/>
              <a:gd name="connsiteY139" fmla="*/ 373273 h 605239"/>
              <a:gd name="connsiteX140" fmla="*/ 373273 h 605239"/>
              <a:gd name="connsiteY140" fmla="*/ 373273 h 605239"/>
              <a:gd name="connsiteX141" fmla="*/ 373273 h 605239"/>
              <a:gd name="connsiteY141" fmla="*/ 373273 h 605239"/>
              <a:gd name="connsiteX142" fmla="*/ 373273 h 605239"/>
              <a:gd name="connsiteY142" fmla="*/ 373273 h 605239"/>
              <a:gd name="connsiteX143" fmla="*/ 373273 h 605239"/>
              <a:gd name="connsiteY143" fmla="*/ 373273 h 605239"/>
              <a:gd name="connsiteX144" fmla="*/ 373273 h 605239"/>
              <a:gd name="connsiteY144" fmla="*/ 373273 h 605239"/>
              <a:gd name="connsiteX145" fmla="*/ 373273 h 605239"/>
              <a:gd name="connsiteY145" fmla="*/ 373273 h 605239"/>
              <a:gd name="connsiteX146" fmla="*/ 373273 h 605239"/>
              <a:gd name="connsiteY146" fmla="*/ 373273 h 605239"/>
              <a:gd name="connsiteX147" fmla="*/ 373273 h 605239"/>
              <a:gd name="connsiteY147" fmla="*/ 373273 h 605239"/>
              <a:gd name="connsiteX148" fmla="*/ 373273 h 605239"/>
              <a:gd name="connsiteY148" fmla="*/ 373273 h 605239"/>
              <a:gd name="connsiteX149" fmla="*/ 373273 h 605239"/>
              <a:gd name="connsiteY149" fmla="*/ 373273 h 605239"/>
              <a:gd name="connsiteX150" fmla="*/ 373273 h 605239"/>
              <a:gd name="connsiteY150" fmla="*/ 373273 h 605239"/>
              <a:gd name="connsiteX151" fmla="*/ 373273 h 605239"/>
              <a:gd name="connsiteY151" fmla="*/ 373273 h 605239"/>
              <a:gd name="connsiteX152" fmla="*/ 373273 h 605239"/>
              <a:gd name="connsiteY152" fmla="*/ 373273 h 605239"/>
              <a:gd name="connsiteX153" fmla="*/ 373273 h 605239"/>
              <a:gd name="connsiteY153" fmla="*/ 373273 h 605239"/>
              <a:gd name="connsiteX154" fmla="*/ 373273 h 605239"/>
              <a:gd name="connsiteY154" fmla="*/ 373273 h 605239"/>
              <a:gd name="connsiteX155" fmla="*/ 373273 h 605239"/>
              <a:gd name="connsiteY155" fmla="*/ 373273 h 605239"/>
              <a:gd name="connsiteX156" fmla="*/ 373273 h 605239"/>
              <a:gd name="connsiteY156" fmla="*/ 373273 h 605239"/>
              <a:gd name="connsiteX157" fmla="*/ 373273 h 605239"/>
              <a:gd name="connsiteY157" fmla="*/ 373273 h 605239"/>
              <a:gd name="connsiteX158" fmla="*/ 373273 h 605239"/>
              <a:gd name="connsiteY158" fmla="*/ 373273 h 605239"/>
              <a:gd name="connsiteX159" fmla="*/ 373273 h 605239"/>
              <a:gd name="connsiteY159" fmla="*/ 373273 h 605239"/>
              <a:gd name="connsiteX160" fmla="*/ 373273 h 605239"/>
              <a:gd name="connsiteY160" fmla="*/ 373273 h 605239"/>
              <a:gd name="connsiteX161" fmla="*/ 373273 h 605239"/>
              <a:gd name="connsiteY161" fmla="*/ 373273 h 605239"/>
              <a:gd name="connsiteX162" fmla="*/ 373273 h 605239"/>
              <a:gd name="connsiteY162" fmla="*/ 373273 h 605239"/>
              <a:gd name="connsiteX163" fmla="*/ 373273 h 605239"/>
              <a:gd name="connsiteY163" fmla="*/ 373273 h 605239"/>
              <a:gd name="connsiteX164" fmla="*/ 373273 h 605239"/>
              <a:gd name="connsiteY164" fmla="*/ 373273 h 605239"/>
              <a:gd name="connsiteX165" fmla="*/ 373273 h 605239"/>
              <a:gd name="connsiteY165" fmla="*/ 373273 h 605239"/>
              <a:gd name="connsiteX166" fmla="*/ 373273 h 605239"/>
              <a:gd name="connsiteY166" fmla="*/ 373273 h 605239"/>
              <a:gd name="connsiteX167" fmla="*/ 373273 h 605239"/>
              <a:gd name="connsiteY167" fmla="*/ 373273 h 605239"/>
              <a:gd name="connsiteX168" fmla="*/ 373273 h 605239"/>
              <a:gd name="connsiteY168" fmla="*/ 373273 h 605239"/>
              <a:gd name="connsiteX169" fmla="*/ 373273 h 605239"/>
              <a:gd name="connsiteY169" fmla="*/ 373273 h 605239"/>
              <a:gd name="connsiteX170" fmla="*/ 373273 h 605239"/>
              <a:gd name="connsiteY170" fmla="*/ 373273 h 605239"/>
              <a:gd name="connsiteX171" fmla="*/ 373273 h 605239"/>
              <a:gd name="connsiteY171" fmla="*/ 373273 h 605239"/>
              <a:gd name="connsiteX172" fmla="*/ 373273 h 605239"/>
              <a:gd name="connsiteY172" fmla="*/ 373273 h 605239"/>
              <a:gd name="connsiteX173" fmla="*/ 373273 h 605239"/>
              <a:gd name="connsiteY173" fmla="*/ 373273 h 605239"/>
              <a:gd name="connsiteX174" fmla="*/ 373273 h 605239"/>
              <a:gd name="connsiteY174" fmla="*/ 373273 h 605239"/>
              <a:gd name="connsiteX175" fmla="*/ 373273 h 605239"/>
              <a:gd name="connsiteY175" fmla="*/ 373273 h 605239"/>
              <a:gd name="connsiteX176" fmla="*/ 373273 h 605239"/>
              <a:gd name="connsiteY176" fmla="*/ 373273 h 605239"/>
              <a:gd name="connsiteX177" fmla="*/ 373273 h 605239"/>
              <a:gd name="connsiteY177" fmla="*/ 373273 h 605239"/>
              <a:gd name="connsiteX178" fmla="*/ 373273 h 605239"/>
              <a:gd name="connsiteY178" fmla="*/ 373273 h 605239"/>
              <a:gd name="connsiteX179" fmla="*/ 373273 h 605239"/>
              <a:gd name="connsiteY179" fmla="*/ 373273 h 605239"/>
              <a:gd name="connsiteX180" fmla="*/ 373273 h 605239"/>
              <a:gd name="connsiteY180" fmla="*/ 373273 h 605239"/>
              <a:gd name="connsiteX181" fmla="*/ 373273 h 605239"/>
              <a:gd name="connsiteY181" fmla="*/ 373273 h 605239"/>
              <a:gd name="connsiteX182" fmla="*/ 373273 h 605239"/>
              <a:gd name="connsiteY182" fmla="*/ 373273 h 605239"/>
              <a:gd name="connsiteX183" fmla="*/ 373273 h 605239"/>
              <a:gd name="connsiteY183" fmla="*/ 373273 h 605239"/>
              <a:gd name="connsiteX184" fmla="*/ 373273 h 605239"/>
              <a:gd name="connsiteY184" fmla="*/ 373273 h 605239"/>
              <a:gd name="connsiteX185" fmla="*/ 373273 h 605239"/>
              <a:gd name="connsiteY185" fmla="*/ 373273 h 605239"/>
              <a:gd name="connsiteX186" fmla="*/ 373273 h 605239"/>
              <a:gd name="connsiteY186" fmla="*/ 373273 h 605239"/>
              <a:gd name="connsiteX187" fmla="*/ 373273 h 605239"/>
              <a:gd name="connsiteY187" fmla="*/ 373273 h 605239"/>
              <a:gd name="connsiteX188" fmla="*/ 373273 h 605239"/>
              <a:gd name="connsiteY188" fmla="*/ 373273 h 605239"/>
              <a:gd name="connsiteX189" fmla="*/ 373273 h 605239"/>
              <a:gd name="connsiteY189" fmla="*/ 373273 h 605239"/>
              <a:gd name="connsiteX190" fmla="*/ 373273 h 605239"/>
              <a:gd name="connsiteY190" fmla="*/ 373273 h 605239"/>
              <a:gd name="connsiteX191" fmla="*/ 373273 h 605239"/>
              <a:gd name="connsiteY191" fmla="*/ 373273 h 605239"/>
              <a:gd name="connsiteX192" fmla="*/ 373273 h 605239"/>
              <a:gd name="connsiteY192" fmla="*/ 373273 h 605239"/>
              <a:gd name="connsiteX193" fmla="*/ 373273 h 605239"/>
              <a:gd name="connsiteY193" fmla="*/ 373273 h 605239"/>
              <a:gd name="connsiteX194" fmla="*/ 373273 h 605239"/>
              <a:gd name="connsiteY194" fmla="*/ 373273 h 605239"/>
              <a:gd name="connsiteX195" fmla="*/ 373273 h 605239"/>
              <a:gd name="connsiteY195" fmla="*/ 373273 h 605239"/>
              <a:gd name="connsiteX196" fmla="*/ 373273 h 605239"/>
              <a:gd name="connsiteY196" fmla="*/ 373273 h 605239"/>
              <a:gd name="connsiteX197" fmla="*/ 373273 h 605239"/>
              <a:gd name="connsiteY197" fmla="*/ 373273 h 605239"/>
              <a:gd name="connsiteX198" fmla="*/ 373273 h 605239"/>
              <a:gd name="connsiteY198" fmla="*/ 373273 h 605239"/>
              <a:gd name="connsiteX199" fmla="*/ 373273 h 605239"/>
              <a:gd name="connsiteY199" fmla="*/ 373273 h 605239"/>
              <a:gd name="connsiteX200" fmla="*/ 373273 h 605239"/>
              <a:gd name="connsiteY200" fmla="*/ 373273 h 605239"/>
              <a:gd name="connsiteX201" fmla="*/ 373273 h 605239"/>
              <a:gd name="connsiteY201" fmla="*/ 373273 h 605239"/>
              <a:gd name="connsiteX202" fmla="*/ 373273 h 605239"/>
              <a:gd name="connsiteY202" fmla="*/ 373273 h 605239"/>
              <a:gd name="connsiteX203" fmla="*/ 373273 h 605239"/>
              <a:gd name="connsiteY203" fmla="*/ 373273 h 605239"/>
              <a:gd name="connsiteX204" fmla="*/ 373273 h 605239"/>
              <a:gd name="connsiteY204" fmla="*/ 373273 h 605239"/>
              <a:gd name="connsiteX205" fmla="*/ 373273 h 605239"/>
              <a:gd name="connsiteY205" fmla="*/ 373273 h 605239"/>
              <a:gd name="connsiteX206" fmla="*/ 373273 h 605239"/>
              <a:gd name="connsiteY206" fmla="*/ 373273 h 605239"/>
              <a:gd name="connsiteX207" fmla="*/ 373273 h 605239"/>
              <a:gd name="connsiteY207" fmla="*/ 373273 h 605239"/>
              <a:gd name="connsiteX208" fmla="*/ 373273 h 605239"/>
              <a:gd name="connsiteY208" fmla="*/ 373273 h 605239"/>
              <a:gd name="connsiteX209" fmla="*/ 373273 h 605239"/>
              <a:gd name="connsiteY209" fmla="*/ 373273 h 605239"/>
              <a:gd name="connsiteX210" fmla="*/ 373273 h 605239"/>
              <a:gd name="connsiteY210" fmla="*/ 373273 h 605239"/>
              <a:gd name="connsiteX211" fmla="*/ 373273 h 605239"/>
              <a:gd name="connsiteY211" fmla="*/ 373273 h 605239"/>
              <a:gd name="connsiteX212" fmla="*/ 373273 h 605239"/>
              <a:gd name="connsiteY212" fmla="*/ 373273 h 605239"/>
              <a:gd name="connsiteX213" fmla="*/ 373273 h 605239"/>
              <a:gd name="connsiteY213" fmla="*/ 373273 h 605239"/>
              <a:gd name="connsiteX214" fmla="*/ 373273 h 605239"/>
              <a:gd name="connsiteY214" fmla="*/ 373273 h 605239"/>
              <a:gd name="connsiteX215" fmla="*/ 373273 h 605239"/>
              <a:gd name="connsiteY215" fmla="*/ 373273 h 605239"/>
              <a:gd name="connsiteX216" fmla="*/ 373273 h 605239"/>
              <a:gd name="connsiteY216" fmla="*/ 373273 h 605239"/>
              <a:gd name="connsiteX217" fmla="*/ 373273 h 605239"/>
              <a:gd name="connsiteY217" fmla="*/ 373273 h 605239"/>
              <a:gd name="connsiteX218" fmla="*/ 373273 h 605239"/>
              <a:gd name="connsiteY218" fmla="*/ 373273 h 605239"/>
              <a:gd name="connsiteX219" fmla="*/ 373273 h 605239"/>
              <a:gd name="connsiteY219" fmla="*/ 373273 h 605239"/>
              <a:gd name="connsiteX220" fmla="*/ 373273 h 605239"/>
              <a:gd name="connsiteY220" fmla="*/ 373273 h 605239"/>
              <a:gd name="connsiteX221" fmla="*/ 373273 h 605239"/>
              <a:gd name="connsiteY221" fmla="*/ 373273 h 605239"/>
              <a:gd name="connsiteX222" fmla="*/ 373273 h 605239"/>
              <a:gd name="connsiteY222" fmla="*/ 373273 h 605239"/>
              <a:gd name="connsiteX223" fmla="*/ 373273 h 605239"/>
              <a:gd name="connsiteY223" fmla="*/ 373273 h 605239"/>
              <a:gd name="connsiteX224" fmla="*/ 373273 h 605239"/>
              <a:gd name="connsiteY224" fmla="*/ 373273 h 605239"/>
              <a:gd name="connsiteX225" fmla="*/ 373273 h 605239"/>
              <a:gd name="connsiteY225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</a:cxnLst>
            <a:rect l="l" t="t" r="r" b="b"/>
            <a:pathLst>
              <a:path w="606933" h="555527">
                <a:moveTo>
                  <a:pt x="263247" y="321926"/>
                </a:moveTo>
                <a:lnTo>
                  <a:pt x="263247" y="347221"/>
                </a:lnTo>
                <a:lnTo>
                  <a:pt x="343661" y="347221"/>
                </a:lnTo>
                <a:lnTo>
                  <a:pt x="343661" y="321926"/>
                </a:lnTo>
                <a:close/>
                <a:moveTo>
                  <a:pt x="252942" y="271434"/>
                </a:moveTo>
                <a:lnTo>
                  <a:pt x="252942" y="296728"/>
                </a:lnTo>
                <a:lnTo>
                  <a:pt x="354062" y="296728"/>
                </a:lnTo>
                <a:lnTo>
                  <a:pt x="354062" y="271434"/>
                </a:lnTo>
                <a:close/>
                <a:moveTo>
                  <a:pt x="303502" y="151501"/>
                </a:moveTo>
                <a:cubicBezTo>
                  <a:pt x="275574" y="151501"/>
                  <a:pt x="252942" y="174103"/>
                  <a:pt x="252942" y="201994"/>
                </a:cubicBezTo>
                <a:lnTo>
                  <a:pt x="252942" y="227289"/>
                </a:lnTo>
                <a:lnTo>
                  <a:pt x="354062" y="227289"/>
                </a:lnTo>
                <a:lnTo>
                  <a:pt x="354062" y="201994"/>
                </a:lnTo>
                <a:cubicBezTo>
                  <a:pt x="354062" y="174103"/>
                  <a:pt x="331334" y="151501"/>
                  <a:pt x="303502" y="151501"/>
                </a:cubicBezTo>
                <a:close/>
                <a:moveTo>
                  <a:pt x="303502" y="126207"/>
                </a:moveTo>
                <a:cubicBezTo>
                  <a:pt x="345299" y="126207"/>
                  <a:pt x="379294" y="160254"/>
                  <a:pt x="379294" y="201994"/>
                </a:cubicBezTo>
                <a:lnTo>
                  <a:pt x="379294" y="227289"/>
                </a:lnTo>
                <a:lnTo>
                  <a:pt x="404622" y="227289"/>
                </a:lnTo>
                <a:lnTo>
                  <a:pt x="404622" y="391462"/>
                </a:lnTo>
                <a:lnTo>
                  <a:pt x="202382" y="391462"/>
                </a:lnTo>
                <a:lnTo>
                  <a:pt x="202382" y="227289"/>
                </a:lnTo>
                <a:lnTo>
                  <a:pt x="227614" y="227289"/>
                </a:lnTo>
                <a:lnTo>
                  <a:pt x="227614" y="201994"/>
                </a:lnTo>
                <a:cubicBezTo>
                  <a:pt x="227614" y="160254"/>
                  <a:pt x="261610" y="126207"/>
                  <a:pt x="303502" y="126207"/>
                </a:cubicBezTo>
                <a:close/>
                <a:moveTo>
                  <a:pt x="246260" y="68843"/>
                </a:moveTo>
                <a:cubicBezTo>
                  <a:pt x="246163" y="69901"/>
                  <a:pt x="246067" y="70766"/>
                  <a:pt x="245875" y="71632"/>
                </a:cubicBezTo>
                <a:cubicBezTo>
                  <a:pt x="245778" y="72689"/>
                  <a:pt x="245682" y="73651"/>
                  <a:pt x="245393" y="74517"/>
                </a:cubicBezTo>
                <a:cubicBezTo>
                  <a:pt x="245008" y="76536"/>
                  <a:pt x="244623" y="78555"/>
                  <a:pt x="244045" y="80575"/>
                </a:cubicBezTo>
                <a:cubicBezTo>
                  <a:pt x="243756" y="81344"/>
                  <a:pt x="243659" y="82113"/>
                  <a:pt x="243371" y="82883"/>
                </a:cubicBezTo>
                <a:cubicBezTo>
                  <a:pt x="242504" y="85575"/>
                  <a:pt x="241541" y="88172"/>
                  <a:pt x="240192" y="90672"/>
                </a:cubicBezTo>
                <a:cubicBezTo>
                  <a:pt x="240096" y="91057"/>
                  <a:pt x="239711" y="91634"/>
                  <a:pt x="239422" y="92115"/>
                </a:cubicBezTo>
                <a:cubicBezTo>
                  <a:pt x="238459" y="94134"/>
                  <a:pt x="237303" y="96153"/>
                  <a:pt x="236051" y="98077"/>
                </a:cubicBezTo>
                <a:cubicBezTo>
                  <a:pt x="235570" y="98846"/>
                  <a:pt x="234895" y="99519"/>
                  <a:pt x="234318" y="100288"/>
                </a:cubicBezTo>
                <a:cubicBezTo>
                  <a:pt x="233258" y="101827"/>
                  <a:pt x="232006" y="103366"/>
                  <a:pt x="230754" y="104904"/>
                </a:cubicBezTo>
                <a:cubicBezTo>
                  <a:pt x="230080" y="105577"/>
                  <a:pt x="229310" y="106347"/>
                  <a:pt x="228732" y="107020"/>
                </a:cubicBezTo>
                <a:cubicBezTo>
                  <a:pt x="227287" y="108558"/>
                  <a:pt x="225842" y="109809"/>
                  <a:pt x="224302" y="111155"/>
                </a:cubicBezTo>
                <a:cubicBezTo>
                  <a:pt x="223627" y="111636"/>
                  <a:pt x="222953" y="112309"/>
                  <a:pt x="222279" y="112982"/>
                </a:cubicBezTo>
                <a:cubicBezTo>
                  <a:pt x="219871" y="114713"/>
                  <a:pt x="217464" y="116348"/>
                  <a:pt x="214960" y="117886"/>
                </a:cubicBezTo>
                <a:cubicBezTo>
                  <a:pt x="212648" y="119136"/>
                  <a:pt x="210241" y="120290"/>
                  <a:pt x="208026" y="121252"/>
                </a:cubicBezTo>
                <a:cubicBezTo>
                  <a:pt x="207062" y="121637"/>
                  <a:pt x="206388" y="121925"/>
                  <a:pt x="205425" y="122118"/>
                </a:cubicBezTo>
                <a:cubicBezTo>
                  <a:pt x="203981" y="122791"/>
                  <a:pt x="202343" y="123368"/>
                  <a:pt x="200610" y="123752"/>
                </a:cubicBezTo>
                <a:cubicBezTo>
                  <a:pt x="199647" y="124041"/>
                  <a:pt x="198780" y="124329"/>
                  <a:pt x="197721" y="124522"/>
                </a:cubicBezTo>
                <a:cubicBezTo>
                  <a:pt x="196276" y="124906"/>
                  <a:pt x="194735" y="125195"/>
                  <a:pt x="193098" y="125483"/>
                </a:cubicBezTo>
                <a:cubicBezTo>
                  <a:pt x="192231" y="125579"/>
                  <a:pt x="191172" y="125772"/>
                  <a:pt x="190209" y="125772"/>
                </a:cubicBezTo>
                <a:cubicBezTo>
                  <a:pt x="188475" y="126060"/>
                  <a:pt x="187030" y="126060"/>
                  <a:pt x="185393" y="126156"/>
                </a:cubicBezTo>
                <a:cubicBezTo>
                  <a:pt x="184719" y="126156"/>
                  <a:pt x="184045" y="126349"/>
                  <a:pt x="183467" y="126349"/>
                </a:cubicBezTo>
                <a:cubicBezTo>
                  <a:pt x="183178" y="126349"/>
                  <a:pt x="182985" y="126156"/>
                  <a:pt x="182600" y="126156"/>
                </a:cubicBezTo>
                <a:cubicBezTo>
                  <a:pt x="179904" y="126156"/>
                  <a:pt x="177303" y="126060"/>
                  <a:pt x="174607" y="125676"/>
                </a:cubicBezTo>
                <a:cubicBezTo>
                  <a:pt x="174318" y="125676"/>
                  <a:pt x="174125" y="125579"/>
                  <a:pt x="173836" y="125579"/>
                </a:cubicBezTo>
                <a:cubicBezTo>
                  <a:pt x="171428" y="125195"/>
                  <a:pt x="169021" y="124522"/>
                  <a:pt x="166613" y="123945"/>
                </a:cubicBezTo>
                <a:cubicBezTo>
                  <a:pt x="165746" y="123656"/>
                  <a:pt x="164976" y="123368"/>
                  <a:pt x="164109" y="123175"/>
                </a:cubicBezTo>
                <a:cubicBezTo>
                  <a:pt x="163242" y="122791"/>
                  <a:pt x="162183" y="122502"/>
                  <a:pt x="161316" y="122310"/>
                </a:cubicBezTo>
                <a:lnTo>
                  <a:pt x="104302" y="229821"/>
                </a:lnTo>
                <a:cubicBezTo>
                  <a:pt x="105072" y="230494"/>
                  <a:pt x="105746" y="231071"/>
                  <a:pt x="106421" y="231840"/>
                </a:cubicBezTo>
                <a:cubicBezTo>
                  <a:pt x="106998" y="232321"/>
                  <a:pt x="107576" y="232898"/>
                  <a:pt x="108058" y="233475"/>
                </a:cubicBezTo>
                <a:cubicBezTo>
                  <a:pt x="109599" y="234917"/>
                  <a:pt x="110851" y="236360"/>
                  <a:pt x="112295" y="238091"/>
                </a:cubicBezTo>
                <a:cubicBezTo>
                  <a:pt x="112488" y="238379"/>
                  <a:pt x="112873" y="238764"/>
                  <a:pt x="113258" y="239149"/>
                </a:cubicBezTo>
                <a:cubicBezTo>
                  <a:pt x="114799" y="241360"/>
                  <a:pt x="116340" y="243380"/>
                  <a:pt x="117592" y="245592"/>
                </a:cubicBezTo>
                <a:cubicBezTo>
                  <a:pt x="117881" y="245976"/>
                  <a:pt x="118074" y="246457"/>
                  <a:pt x="118266" y="246842"/>
                </a:cubicBezTo>
                <a:cubicBezTo>
                  <a:pt x="119230" y="248765"/>
                  <a:pt x="120289" y="250496"/>
                  <a:pt x="120963" y="252419"/>
                </a:cubicBezTo>
                <a:cubicBezTo>
                  <a:pt x="121348" y="253189"/>
                  <a:pt x="121637" y="253958"/>
                  <a:pt x="122022" y="254823"/>
                </a:cubicBezTo>
                <a:cubicBezTo>
                  <a:pt x="122600" y="256362"/>
                  <a:pt x="123178" y="257997"/>
                  <a:pt x="123660" y="259632"/>
                </a:cubicBezTo>
                <a:cubicBezTo>
                  <a:pt x="123949" y="260497"/>
                  <a:pt x="124141" y="261362"/>
                  <a:pt x="124430" y="262324"/>
                </a:cubicBezTo>
                <a:cubicBezTo>
                  <a:pt x="124912" y="264055"/>
                  <a:pt x="125201" y="265786"/>
                  <a:pt x="125586" y="267613"/>
                </a:cubicBezTo>
                <a:cubicBezTo>
                  <a:pt x="125682" y="268382"/>
                  <a:pt x="125778" y="269056"/>
                  <a:pt x="125971" y="270017"/>
                </a:cubicBezTo>
                <a:cubicBezTo>
                  <a:pt x="126164" y="272517"/>
                  <a:pt x="126453" y="275114"/>
                  <a:pt x="126453" y="277806"/>
                </a:cubicBezTo>
                <a:cubicBezTo>
                  <a:pt x="126453" y="280499"/>
                  <a:pt x="126164" y="282999"/>
                  <a:pt x="125971" y="285500"/>
                </a:cubicBezTo>
                <a:cubicBezTo>
                  <a:pt x="125778" y="286365"/>
                  <a:pt x="125682" y="287134"/>
                  <a:pt x="125586" y="288000"/>
                </a:cubicBezTo>
                <a:cubicBezTo>
                  <a:pt x="125201" y="289827"/>
                  <a:pt x="124912" y="291462"/>
                  <a:pt x="124430" y="293193"/>
                </a:cubicBezTo>
                <a:cubicBezTo>
                  <a:pt x="124141" y="294058"/>
                  <a:pt x="123949" y="295020"/>
                  <a:pt x="123660" y="295885"/>
                </a:cubicBezTo>
                <a:cubicBezTo>
                  <a:pt x="123178" y="297520"/>
                  <a:pt x="122600" y="299155"/>
                  <a:pt x="122022" y="300790"/>
                </a:cubicBezTo>
                <a:cubicBezTo>
                  <a:pt x="121637" y="301559"/>
                  <a:pt x="121348" y="302328"/>
                  <a:pt x="120963" y="303194"/>
                </a:cubicBezTo>
                <a:cubicBezTo>
                  <a:pt x="120289" y="304925"/>
                  <a:pt x="119326" y="306848"/>
                  <a:pt x="118363" y="308579"/>
                </a:cubicBezTo>
                <a:cubicBezTo>
                  <a:pt x="118074" y="308963"/>
                  <a:pt x="117881" y="309540"/>
                  <a:pt x="117592" y="309925"/>
                </a:cubicBezTo>
                <a:cubicBezTo>
                  <a:pt x="116340" y="312137"/>
                  <a:pt x="114799" y="314349"/>
                  <a:pt x="113258" y="316272"/>
                </a:cubicBezTo>
                <a:cubicBezTo>
                  <a:pt x="112873" y="316657"/>
                  <a:pt x="112488" y="317041"/>
                  <a:pt x="112103" y="317618"/>
                </a:cubicBezTo>
                <a:cubicBezTo>
                  <a:pt x="110851" y="319061"/>
                  <a:pt x="109599" y="320599"/>
                  <a:pt x="108058" y="322138"/>
                </a:cubicBezTo>
                <a:cubicBezTo>
                  <a:pt x="107576" y="322619"/>
                  <a:pt x="106998" y="323100"/>
                  <a:pt x="106324" y="323773"/>
                </a:cubicBezTo>
                <a:cubicBezTo>
                  <a:pt x="105746" y="324446"/>
                  <a:pt x="105072" y="325119"/>
                  <a:pt x="104302" y="325792"/>
                </a:cubicBezTo>
                <a:lnTo>
                  <a:pt x="161316" y="433303"/>
                </a:lnTo>
                <a:cubicBezTo>
                  <a:pt x="161798" y="433111"/>
                  <a:pt x="162376" y="433015"/>
                  <a:pt x="162857" y="432822"/>
                </a:cubicBezTo>
                <a:cubicBezTo>
                  <a:pt x="164109" y="432341"/>
                  <a:pt x="165361" y="431957"/>
                  <a:pt x="166806" y="431572"/>
                </a:cubicBezTo>
                <a:cubicBezTo>
                  <a:pt x="167865" y="431187"/>
                  <a:pt x="169213" y="430995"/>
                  <a:pt x="170273" y="430707"/>
                </a:cubicBezTo>
                <a:cubicBezTo>
                  <a:pt x="171717" y="430418"/>
                  <a:pt x="172969" y="430226"/>
                  <a:pt x="174221" y="429937"/>
                </a:cubicBezTo>
                <a:cubicBezTo>
                  <a:pt x="175859" y="429649"/>
                  <a:pt x="177688" y="429553"/>
                  <a:pt x="179326" y="429456"/>
                </a:cubicBezTo>
                <a:cubicBezTo>
                  <a:pt x="180963" y="429456"/>
                  <a:pt x="182408" y="429264"/>
                  <a:pt x="184045" y="429264"/>
                </a:cubicBezTo>
                <a:cubicBezTo>
                  <a:pt x="185778" y="429264"/>
                  <a:pt x="187512" y="429456"/>
                  <a:pt x="189149" y="429553"/>
                </a:cubicBezTo>
                <a:cubicBezTo>
                  <a:pt x="190305" y="429649"/>
                  <a:pt x="191268" y="429841"/>
                  <a:pt x="192327" y="429937"/>
                </a:cubicBezTo>
                <a:cubicBezTo>
                  <a:pt x="193965" y="430226"/>
                  <a:pt x="195505" y="430418"/>
                  <a:pt x="197143" y="430803"/>
                </a:cubicBezTo>
                <a:cubicBezTo>
                  <a:pt x="198106" y="431091"/>
                  <a:pt x="199165" y="431284"/>
                  <a:pt x="200128" y="431572"/>
                </a:cubicBezTo>
                <a:cubicBezTo>
                  <a:pt x="201865" y="432053"/>
                  <a:pt x="203403" y="432630"/>
                  <a:pt x="205040" y="433207"/>
                </a:cubicBezTo>
                <a:cubicBezTo>
                  <a:pt x="206003" y="433495"/>
                  <a:pt x="206870" y="433880"/>
                  <a:pt x="207640" y="434072"/>
                </a:cubicBezTo>
                <a:cubicBezTo>
                  <a:pt x="210144" y="435226"/>
                  <a:pt x="212552" y="436380"/>
                  <a:pt x="214960" y="437630"/>
                </a:cubicBezTo>
                <a:cubicBezTo>
                  <a:pt x="217464" y="439169"/>
                  <a:pt x="219871" y="440900"/>
                  <a:pt x="222183" y="442727"/>
                </a:cubicBezTo>
                <a:cubicBezTo>
                  <a:pt x="222953" y="443208"/>
                  <a:pt x="223627" y="443785"/>
                  <a:pt x="224302" y="444458"/>
                </a:cubicBezTo>
                <a:cubicBezTo>
                  <a:pt x="225842" y="445708"/>
                  <a:pt x="227287" y="447151"/>
                  <a:pt x="228635" y="448497"/>
                </a:cubicBezTo>
                <a:cubicBezTo>
                  <a:pt x="229310" y="449266"/>
                  <a:pt x="230080" y="450036"/>
                  <a:pt x="230754" y="450805"/>
                </a:cubicBezTo>
                <a:cubicBezTo>
                  <a:pt x="232006" y="452151"/>
                  <a:pt x="233258" y="453690"/>
                  <a:pt x="234318" y="455228"/>
                </a:cubicBezTo>
                <a:cubicBezTo>
                  <a:pt x="234895" y="455902"/>
                  <a:pt x="235570" y="456671"/>
                  <a:pt x="236051" y="457632"/>
                </a:cubicBezTo>
                <a:cubicBezTo>
                  <a:pt x="237303" y="459460"/>
                  <a:pt x="238459" y="461479"/>
                  <a:pt x="239615" y="463498"/>
                </a:cubicBezTo>
                <a:cubicBezTo>
                  <a:pt x="239711" y="463979"/>
                  <a:pt x="240096" y="464364"/>
                  <a:pt x="240192" y="464941"/>
                </a:cubicBezTo>
                <a:cubicBezTo>
                  <a:pt x="241541" y="467441"/>
                  <a:pt x="242504" y="469941"/>
                  <a:pt x="243371" y="472634"/>
                </a:cubicBezTo>
                <a:cubicBezTo>
                  <a:pt x="243659" y="473403"/>
                  <a:pt x="243756" y="474269"/>
                  <a:pt x="244045" y="475038"/>
                </a:cubicBezTo>
                <a:cubicBezTo>
                  <a:pt x="244623" y="476865"/>
                  <a:pt x="245008" y="478885"/>
                  <a:pt x="245393" y="480904"/>
                </a:cubicBezTo>
                <a:cubicBezTo>
                  <a:pt x="245682" y="481962"/>
                  <a:pt x="245778" y="482923"/>
                  <a:pt x="245875" y="483885"/>
                </a:cubicBezTo>
                <a:cubicBezTo>
                  <a:pt x="246067" y="484847"/>
                  <a:pt x="246163" y="485712"/>
                  <a:pt x="246260" y="486578"/>
                </a:cubicBezTo>
                <a:lnTo>
                  <a:pt x="360577" y="486578"/>
                </a:lnTo>
                <a:cubicBezTo>
                  <a:pt x="360674" y="485712"/>
                  <a:pt x="360866" y="484847"/>
                  <a:pt x="360963" y="483885"/>
                </a:cubicBezTo>
                <a:cubicBezTo>
                  <a:pt x="361059" y="482923"/>
                  <a:pt x="361252" y="481962"/>
                  <a:pt x="361444" y="480904"/>
                </a:cubicBezTo>
                <a:cubicBezTo>
                  <a:pt x="361829" y="478885"/>
                  <a:pt x="362215" y="476865"/>
                  <a:pt x="362889" y="475038"/>
                </a:cubicBezTo>
                <a:cubicBezTo>
                  <a:pt x="363081" y="474269"/>
                  <a:pt x="363274" y="473403"/>
                  <a:pt x="363467" y="472730"/>
                </a:cubicBezTo>
                <a:cubicBezTo>
                  <a:pt x="364430" y="469941"/>
                  <a:pt x="365393" y="467441"/>
                  <a:pt x="366645" y="464941"/>
                </a:cubicBezTo>
                <a:cubicBezTo>
                  <a:pt x="366837" y="464364"/>
                  <a:pt x="367030" y="463979"/>
                  <a:pt x="367319" y="463691"/>
                </a:cubicBezTo>
                <a:cubicBezTo>
                  <a:pt x="368475" y="461479"/>
                  <a:pt x="369534" y="459460"/>
                  <a:pt x="370882" y="457632"/>
                </a:cubicBezTo>
                <a:cubicBezTo>
                  <a:pt x="371364" y="456671"/>
                  <a:pt x="371942" y="456094"/>
                  <a:pt x="372520" y="455228"/>
                </a:cubicBezTo>
                <a:cubicBezTo>
                  <a:pt x="373579" y="453690"/>
                  <a:pt x="374927" y="452151"/>
                  <a:pt x="376179" y="450805"/>
                </a:cubicBezTo>
                <a:cubicBezTo>
                  <a:pt x="376757" y="450036"/>
                  <a:pt x="377528" y="449266"/>
                  <a:pt x="378202" y="448497"/>
                </a:cubicBezTo>
                <a:cubicBezTo>
                  <a:pt x="379550" y="447151"/>
                  <a:pt x="381091" y="445708"/>
                  <a:pt x="382632" y="444458"/>
                </a:cubicBezTo>
                <a:cubicBezTo>
                  <a:pt x="383210" y="443785"/>
                  <a:pt x="383980" y="443208"/>
                  <a:pt x="384654" y="442727"/>
                </a:cubicBezTo>
                <a:cubicBezTo>
                  <a:pt x="387062" y="440900"/>
                  <a:pt x="389373" y="439169"/>
                  <a:pt x="391974" y="437727"/>
                </a:cubicBezTo>
                <a:cubicBezTo>
                  <a:pt x="394381" y="436380"/>
                  <a:pt x="396789" y="435226"/>
                  <a:pt x="399293" y="434072"/>
                </a:cubicBezTo>
                <a:cubicBezTo>
                  <a:pt x="400064" y="433880"/>
                  <a:pt x="400834" y="433592"/>
                  <a:pt x="401605" y="433303"/>
                </a:cubicBezTo>
                <a:cubicBezTo>
                  <a:pt x="403338" y="432630"/>
                  <a:pt x="405072" y="432053"/>
                  <a:pt x="406902" y="431572"/>
                </a:cubicBezTo>
                <a:cubicBezTo>
                  <a:pt x="407768" y="431284"/>
                  <a:pt x="408635" y="431091"/>
                  <a:pt x="409502" y="430995"/>
                </a:cubicBezTo>
                <a:cubicBezTo>
                  <a:pt x="411332" y="430418"/>
                  <a:pt x="413162" y="430226"/>
                  <a:pt x="414991" y="429937"/>
                </a:cubicBezTo>
                <a:cubicBezTo>
                  <a:pt x="415858" y="429841"/>
                  <a:pt x="416629" y="429649"/>
                  <a:pt x="417399" y="429553"/>
                </a:cubicBezTo>
                <a:cubicBezTo>
                  <a:pt x="419807" y="429456"/>
                  <a:pt x="422214" y="429264"/>
                  <a:pt x="424526" y="429264"/>
                </a:cubicBezTo>
                <a:lnTo>
                  <a:pt x="425200" y="429264"/>
                </a:lnTo>
                <a:cubicBezTo>
                  <a:pt x="427897" y="429264"/>
                  <a:pt x="430401" y="429649"/>
                  <a:pt x="433001" y="430033"/>
                </a:cubicBezTo>
                <a:cubicBezTo>
                  <a:pt x="433771" y="430226"/>
                  <a:pt x="434542" y="430322"/>
                  <a:pt x="435312" y="430418"/>
                </a:cubicBezTo>
                <a:cubicBezTo>
                  <a:pt x="437239" y="430803"/>
                  <a:pt x="438972" y="431187"/>
                  <a:pt x="440706" y="431861"/>
                </a:cubicBezTo>
                <a:lnTo>
                  <a:pt x="443402" y="432630"/>
                </a:lnTo>
                <a:cubicBezTo>
                  <a:pt x="444173" y="432822"/>
                  <a:pt x="444943" y="433111"/>
                  <a:pt x="445521" y="433303"/>
                </a:cubicBezTo>
                <a:lnTo>
                  <a:pt x="502535" y="325792"/>
                </a:lnTo>
                <a:cubicBezTo>
                  <a:pt x="501861" y="325119"/>
                  <a:pt x="501187" y="324446"/>
                  <a:pt x="500417" y="323773"/>
                </a:cubicBezTo>
                <a:cubicBezTo>
                  <a:pt x="499935" y="323100"/>
                  <a:pt x="499261" y="322619"/>
                  <a:pt x="498779" y="322138"/>
                </a:cubicBezTo>
                <a:cubicBezTo>
                  <a:pt x="497238" y="320599"/>
                  <a:pt x="495986" y="319061"/>
                  <a:pt x="494638" y="317426"/>
                </a:cubicBezTo>
                <a:cubicBezTo>
                  <a:pt x="494349" y="317041"/>
                  <a:pt x="493964" y="316657"/>
                  <a:pt x="493579" y="316368"/>
                </a:cubicBezTo>
                <a:cubicBezTo>
                  <a:pt x="492038" y="314349"/>
                  <a:pt x="490593" y="312137"/>
                  <a:pt x="489341" y="309925"/>
                </a:cubicBezTo>
                <a:cubicBezTo>
                  <a:pt x="489052" y="309540"/>
                  <a:pt x="488956" y="309156"/>
                  <a:pt x="488667" y="308579"/>
                </a:cubicBezTo>
                <a:cubicBezTo>
                  <a:pt x="487704" y="306848"/>
                  <a:pt x="486645" y="305117"/>
                  <a:pt x="485874" y="303194"/>
                </a:cubicBezTo>
                <a:cubicBezTo>
                  <a:pt x="485489" y="302328"/>
                  <a:pt x="485296" y="301559"/>
                  <a:pt x="484911" y="300790"/>
                </a:cubicBezTo>
                <a:cubicBezTo>
                  <a:pt x="484237" y="299155"/>
                  <a:pt x="483755" y="297520"/>
                  <a:pt x="483274" y="295885"/>
                </a:cubicBezTo>
                <a:cubicBezTo>
                  <a:pt x="482985" y="295020"/>
                  <a:pt x="482696" y="294058"/>
                  <a:pt x="482503" y="293193"/>
                </a:cubicBezTo>
                <a:cubicBezTo>
                  <a:pt x="481925" y="291462"/>
                  <a:pt x="481733" y="289827"/>
                  <a:pt x="481348" y="288000"/>
                </a:cubicBezTo>
                <a:cubicBezTo>
                  <a:pt x="481251" y="287134"/>
                  <a:pt x="481059" y="286365"/>
                  <a:pt x="480962" y="285500"/>
                </a:cubicBezTo>
                <a:cubicBezTo>
                  <a:pt x="480673" y="282999"/>
                  <a:pt x="480481" y="280499"/>
                  <a:pt x="480481" y="277806"/>
                </a:cubicBezTo>
                <a:cubicBezTo>
                  <a:pt x="480481" y="275210"/>
                  <a:pt x="480673" y="272517"/>
                  <a:pt x="480962" y="270017"/>
                </a:cubicBezTo>
                <a:cubicBezTo>
                  <a:pt x="481059" y="269152"/>
                  <a:pt x="481251" y="268382"/>
                  <a:pt x="481348" y="267613"/>
                </a:cubicBezTo>
                <a:cubicBezTo>
                  <a:pt x="481733" y="265786"/>
                  <a:pt x="481925" y="264055"/>
                  <a:pt x="482503" y="262324"/>
                </a:cubicBezTo>
                <a:cubicBezTo>
                  <a:pt x="482696" y="261362"/>
                  <a:pt x="482985" y="260497"/>
                  <a:pt x="483274" y="259632"/>
                </a:cubicBezTo>
                <a:cubicBezTo>
                  <a:pt x="483755" y="257997"/>
                  <a:pt x="484237" y="256458"/>
                  <a:pt x="484911" y="254823"/>
                </a:cubicBezTo>
                <a:cubicBezTo>
                  <a:pt x="485296" y="253958"/>
                  <a:pt x="485489" y="253189"/>
                  <a:pt x="485874" y="252419"/>
                </a:cubicBezTo>
                <a:cubicBezTo>
                  <a:pt x="486645" y="250592"/>
                  <a:pt x="487511" y="248765"/>
                  <a:pt x="488571" y="247034"/>
                </a:cubicBezTo>
                <a:cubicBezTo>
                  <a:pt x="488763" y="246457"/>
                  <a:pt x="489052" y="246169"/>
                  <a:pt x="489341" y="245592"/>
                </a:cubicBezTo>
                <a:cubicBezTo>
                  <a:pt x="490593" y="243380"/>
                  <a:pt x="492134" y="241360"/>
                  <a:pt x="493579" y="239341"/>
                </a:cubicBezTo>
                <a:cubicBezTo>
                  <a:pt x="493964" y="238764"/>
                  <a:pt x="494349" y="238379"/>
                  <a:pt x="494734" y="237899"/>
                </a:cubicBezTo>
                <a:cubicBezTo>
                  <a:pt x="495986" y="236360"/>
                  <a:pt x="497238" y="234917"/>
                  <a:pt x="498779" y="233475"/>
                </a:cubicBezTo>
                <a:cubicBezTo>
                  <a:pt x="499261" y="232898"/>
                  <a:pt x="499935" y="232321"/>
                  <a:pt x="500513" y="231744"/>
                </a:cubicBezTo>
                <a:cubicBezTo>
                  <a:pt x="501187" y="231071"/>
                  <a:pt x="501958" y="230494"/>
                  <a:pt x="502535" y="229821"/>
                </a:cubicBezTo>
                <a:lnTo>
                  <a:pt x="445521" y="122310"/>
                </a:lnTo>
                <a:cubicBezTo>
                  <a:pt x="444943" y="122502"/>
                  <a:pt x="444173" y="122695"/>
                  <a:pt x="443402" y="122887"/>
                </a:cubicBezTo>
                <a:cubicBezTo>
                  <a:pt x="442247" y="123272"/>
                  <a:pt x="440995" y="123752"/>
                  <a:pt x="439743" y="124041"/>
                </a:cubicBezTo>
                <a:cubicBezTo>
                  <a:pt x="438202" y="124522"/>
                  <a:pt x="436564" y="124810"/>
                  <a:pt x="434927" y="125195"/>
                </a:cubicBezTo>
                <a:cubicBezTo>
                  <a:pt x="433579" y="125483"/>
                  <a:pt x="432038" y="125676"/>
                  <a:pt x="430497" y="125772"/>
                </a:cubicBezTo>
                <a:cubicBezTo>
                  <a:pt x="428571" y="126060"/>
                  <a:pt x="426548" y="126156"/>
                  <a:pt x="424526" y="126156"/>
                </a:cubicBezTo>
                <a:cubicBezTo>
                  <a:pt x="424237" y="126349"/>
                  <a:pt x="423852" y="126349"/>
                  <a:pt x="423563" y="126349"/>
                </a:cubicBezTo>
                <a:cubicBezTo>
                  <a:pt x="422696" y="126349"/>
                  <a:pt x="421926" y="126156"/>
                  <a:pt x="421059" y="126156"/>
                </a:cubicBezTo>
                <a:cubicBezTo>
                  <a:pt x="419807" y="126060"/>
                  <a:pt x="418362" y="126060"/>
                  <a:pt x="417014" y="125964"/>
                </a:cubicBezTo>
                <a:cubicBezTo>
                  <a:pt x="415858" y="125772"/>
                  <a:pt x="414702" y="125676"/>
                  <a:pt x="413739" y="125483"/>
                </a:cubicBezTo>
                <a:cubicBezTo>
                  <a:pt x="412198" y="125195"/>
                  <a:pt x="410754" y="124906"/>
                  <a:pt x="409309" y="124522"/>
                </a:cubicBezTo>
                <a:cubicBezTo>
                  <a:pt x="408250" y="124329"/>
                  <a:pt x="407287" y="124137"/>
                  <a:pt x="406227" y="123752"/>
                </a:cubicBezTo>
                <a:cubicBezTo>
                  <a:pt x="404590" y="123368"/>
                  <a:pt x="403049" y="122791"/>
                  <a:pt x="401412" y="122310"/>
                </a:cubicBezTo>
                <a:cubicBezTo>
                  <a:pt x="400642" y="121925"/>
                  <a:pt x="399775" y="121637"/>
                  <a:pt x="399004" y="121252"/>
                </a:cubicBezTo>
                <a:cubicBezTo>
                  <a:pt x="396597" y="120290"/>
                  <a:pt x="394189" y="119136"/>
                  <a:pt x="391974" y="117886"/>
                </a:cubicBezTo>
                <a:cubicBezTo>
                  <a:pt x="389373" y="116348"/>
                  <a:pt x="387062" y="114713"/>
                  <a:pt x="384751" y="112982"/>
                </a:cubicBezTo>
                <a:cubicBezTo>
                  <a:pt x="383980" y="112309"/>
                  <a:pt x="383306" y="111636"/>
                  <a:pt x="382632" y="111155"/>
                </a:cubicBezTo>
                <a:cubicBezTo>
                  <a:pt x="381091" y="109809"/>
                  <a:pt x="379550" y="108558"/>
                  <a:pt x="378202" y="107020"/>
                </a:cubicBezTo>
                <a:cubicBezTo>
                  <a:pt x="377528" y="106347"/>
                  <a:pt x="376757" y="105577"/>
                  <a:pt x="376179" y="104904"/>
                </a:cubicBezTo>
                <a:cubicBezTo>
                  <a:pt x="374927" y="103366"/>
                  <a:pt x="373579" y="101827"/>
                  <a:pt x="372520" y="100288"/>
                </a:cubicBezTo>
                <a:cubicBezTo>
                  <a:pt x="371942" y="99519"/>
                  <a:pt x="371364" y="98846"/>
                  <a:pt x="370882" y="98077"/>
                </a:cubicBezTo>
                <a:cubicBezTo>
                  <a:pt x="369534" y="96057"/>
                  <a:pt x="368282" y="94038"/>
                  <a:pt x="367319" y="91826"/>
                </a:cubicBezTo>
                <a:cubicBezTo>
                  <a:pt x="367030" y="91441"/>
                  <a:pt x="366741" y="91057"/>
                  <a:pt x="366645" y="90672"/>
                </a:cubicBezTo>
                <a:cubicBezTo>
                  <a:pt x="365393" y="88172"/>
                  <a:pt x="364430" y="85575"/>
                  <a:pt x="363467" y="82883"/>
                </a:cubicBezTo>
                <a:cubicBezTo>
                  <a:pt x="363274" y="82113"/>
                  <a:pt x="363081" y="81344"/>
                  <a:pt x="362889" y="80575"/>
                </a:cubicBezTo>
                <a:cubicBezTo>
                  <a:pt x="362215" y="78555"/>
                  <a:pt x="361829" y="76536"/>
                  <a:pt x="361444" y="74517"/>
                </a:cubicBezTo>
                <a:cubicBezTo>
                  <a:pt x="361252" y="73651"/>
                  <a:pt x="361059" y="72689"/>
                  <a:pt x="360963" y="71632"/>
                </a:cubicBezTo>
                <a:cubicBezTo>
                  <a:pt x="360866" y="70766"/>
                  <a:pt x="360674" y="69901"/>
                  <a:pt x="360577" y="68843"/>
                </a:cubicBezTo>
                <a:close/>
                <a:moveTo>
                  <a:pt x="423563" y="86"/>
                </a:moveTo>
                <a:cubicBezTo>
                  <a:pt x="434542" y="86"/>
                  <a:pt x="445425" y="2875"/>
                  <a:pt x="455152" y="8548"/>
                </a:cubicBezTo>
                <a:cubicBezTo>
                  <a:pt x="485393" y="25954"/>
                  <a:pt x="495601" y="64708"/>
                  <a:pt x="478266" y="94807"/>
                </a:cubicBezTo>
                <a:cubicBezTo>
                  <a:pt x="475184" y="100192"/>
                  <a:pt x="471332" y="104712"/>
                  <a:pt x="467094" y="108751"/>
                </a:cubicBezTo>
                <a:lnTo>
                  <a:pt x="524879" y="217704"/>
                </a:lnTo>
                <a:cubicBezTo>
                  <a:pt x="530946" y="215685"/>
                  <a:pt x="537206" y="214723"/>
                  <a:pt x="543659" y="214723"/>
                </a:cubicBezTo>
                <a:cubicBezTo>
                  <a:pt x="578522" y="214723"/>
                  <a:pt x="606933" y="242995"/>
                  <a:pt x="606933" y="277806"/>
                </a:cubicBezTo>
                <a:cubicBezTo>
                  <a:pt x="606933" y="312522"/>
                  <a:pt x="578522" y="340986"/>
                  <a:pt x="543659" y="340986"/>
                </a:cubicBezTo>
                <a:cubicBezTo>
                  <a:pt x="537206" y="340986"/>
                  <a:pt x="530946" y="339832"/>
                  <a:pt x="524782" y="337909"/>
                </a:cubicBezTo>
                <a:lnTo>
                  <a:pt x="467094" y="446766"/>
                </a:lnTo>
                <a:cubicBezTo>
                  <a:pt x="471332" y="450805"/>
                  <a:pt x="475184" y="455421"/>
                  <a:pt x="478266" y="460710"/>
                </a:cubicBezTo>
                <a:cubicBezTo>
                  <a:pt x="495601" y="490809"/>
                  <a:pt x="485393" y="529563"/>
                  <a:pt x="455152" y="547065"/>
                </a:cubicBezTo>
                <a:cubicBezTo>
                  <a:pt x="445425" y="552642"/>
                  <a:pt x="434638" y="555527"/>
                  <a:pt x="423659" y="555527"/>
                </a:cubicBezTo>
                <a:cubicBezTo>
                  <a:pt x="418073" y="555527"/>
                  <a:pt x="412584" y="554758"/>
                  <a:pt x="407094" y="553315"/>
                </a:cubicBezTo>
                <a:cubicBezTo>
                  <a:pt x="390818" y="548892"/>
                  <a:pt x="377142" y="538410"/>
                  <a:pt x="368764" y="523889"/>
                </a:cubicBezTo>
                <a:cubicBezTo>
                  <a:pt x="366645" y="520043"/>
                  <a:pt x="364911" y="516004"/>
                  <a:pt x="363659" y="511869"/>
                </a:cubicBezTo>
                <a:lnTo>
                  <a:pt x="243274" y="511869"/>
                </a:lnTo>
                <a:cubicBezTo>
                  <a:pt x="242022" y="516004"/>
                  <a:pt x="240192" y="520235"/>
                  <a:pt x="237977" y="523985"/>
                </a:cubicBezTo>
                <a:cubicBezTo>
                  <a:pt x="229695" y="538410"/>
                  <a:pt x="216115" y="548892"/>
                  <a:pt x="199743" y="553315"/>
                </a:cubicBezTo>
                <a:cubicBezTo>
                  <a:pt x="194350" y="554758"/>
                  <a:pt x="188764" y="555527"/>
                  <a:pt x="183178" y="555527"/>
                </a:cubicBezTo>
                <a:cubicBezTo>
                  <a:pt x="172199" y="555527"/>
                  <a:pt x="161412" y="552642"/>
                  <a:pt x="151685" y="547065"/>
                </a:cubicBezTo>
                <a:cubicBezTo>
                  <a:pt x="121541" y="529563"/>
                  <a:pt x="111236" y="490809"/>
                  <a:pt x="128571" y="460710"/>
                </a:cubicBezTo>
                <a:cubicBezTo>
                  <a:pt x="131750" y="455421"/>
                  <a:pt x="135506" y="450805"/>
                  <a:pt x="139839" y="446766"/>
                </a:cubicBezTo>
                <a:lnTo>
                  <a:pt x="82055" y="337909"/>
                </a:lnTo>
                <a:cubicBezTo>
                  <a:pt x="75987" y="339832"/>
                  <a:pt x="69631" y="340890"/>
                  <a:pt x="63178" y="340890"/>
                </a:cubicBezTo>
                <a:cubicBezTo>
                  <a:pt x="28315" y="340890"/>
                  <a:pt x="0" y="312522"/>
                  <a:pt x="0" y="277806"/>
                </a:cubicBezTo>
                <a:cubicBezTo>
                  <a:pt x="0" y="242995"/>
                  <a:pt x="28315" y="214723"/>
                  <a:pt x="63178" y="214723"/>
                </a:cubicBezTo>
                <a:cubicBezTo>
                  <a:pt x="69631" y="214723"/>
                  <a:pt x="75987" y="215685"/>
                  <a:pt x="82055" y="217704"/>
                </a:cubicBezTo>
                <a:lnTo>
                  <a:pt x="139839" y="108751"/>
                </a:lnTo>
                <a:cubicBezTo>
                  <a:pt x="135506" y="104904"/>
                  <a:pt x="131750" y="100192"/>
                  <a:pt x="128571" y="94807"/>
                </a:cubicBezTo>
                <a:cubicBezTo>
                  <a:pt x="111236" y="64708"/>
                  <a:pt x="121541" y="25954"/>
                  <a:pt x="151685" y="8548"/>
                </a:cubicBezTo>
                <a:cubicBezTo>
                  <a:pt x="166420" y="86"/>
                  <a:pt x="183467" y="-2222"/>
                  <a:pt x="199743" y="2202"/>
                </a:cubicBezTo>
                <a:cubicBezTo>
                  <a:pt x="216115" y="6625"/>
                  <a:pt x="229599" y="17107"/>
                  <a:pt x="238074" y="31628"/>
                </a:cubicBezTo>
                <a:cubicBezTo>
                  <a:pt x="240192" y="35378"/>
                  <a:pt x="242022" y="39513"/>
                  <a:pt x="243274" y="43648"/>
                </a:cubicBezTo>
                <a:lnTo>
                  <a:pt x="363659" y="43648"/>
                </a:lnTo>
                <a:cubicBezTo>
                  <a:pt x="364911" y="39513"/>
                  <a:pt x="366645" y="35378"/>
                  <a:pt x="368956" y="31628"/>
                </a:cubicBezTo>
                <a:cubicBezTo>
                  <a:pt x="377142" y="17107"/>
                  <a:pt x="390818" y="6625"/>
                  <a:pt x="407094" y="2202"/>
                </a:cubicBezTo>
                <a:cubicBezTo>
                  <a:pt x="412584" y="663"/>
                  <a:pt x="418170" y="86"/>
                  <a:pt x="423563" y="86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33" name="key_109983">
            <a:extLst>
              <a:ext uri="{FF2B5EF4-FFF2-40B4-BE49-F238E27FC236}">
                <a16:creationId xmlns:a16="http://schemas.microsoft.com/office/drawing/2014/main" id="{088F079C-5678-4E93-9CDB-08880E421F4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368919" y="4783961"/>
            <a:ext cx="330244" cy="597353"/>
          </a:xfrm>
          <a:custGeom>
            <a:avLst/>
            <a:gdLst>
              <a:gd name="connsiteX0" fmla="*/ 229267 w 335891"/>
              <a:gd name="connsiteY0" fmla="*/ 405045 h 607568"/>
              <a:gd name="connsiteX1" fmla="*/ 306248 w 335891"/>
              <a:gd name="connsiteY1" fmla="*/ 405045 h 607568"/>
              <a:gd name="connsiteX2" fmla="*/ 335750 w 335891"/>
              <a:gd name="connsiteY2" fmla="*/ 435728 h 607568"/>
              <a:gd name="connsiteX3" fmla="*/ 335750 w 335891"/>
              <a:gd name="connsiteY3" fmla="*/ 472548 h 607568"/>
              <a:gd name="connsiteX4" fmla="*/ 302100 w 335891"/>
              <a:gd name="connsiteY4" fmla="*/ 472548 h 607568"/>
              <a:gd name="connsiteX5" fmla="*/ 286734 w 335891"/>
              <a:gd name="connsiteY5" fmla="*/ 487889 h 607568"/>
              <a:gd name="connsiteX6" fmla="*/ 302100 w 335891"/>
              <a:gd name="connsiteY6" fmla="*/ 503231 h 607568"/>
              <a:gd name="connsiteX7" fmla="*/ 335750 w 335891"/>
              <a:gd name="connsiteY7" fmla="*/ 503231 h 607568"/>
              <a:gd name="connsiteX8" fmla="*/ 335750 w 335891"/>
              <a:gd name="connsiteY8" fmla="*/ 540050 h 607568"/>
              <a:gd name="connsiteX9" fmla="*/ 306248 w 335891"/>
              <a:gd name="connsiteY9" fmla="*/ 570733 h 607568"/>
              <a:gd name="connsiteX10" fmla="*/ 229267 w 335891"/>
              <a:gd name="connsiteY10" fmla="*/ 570733 h 607568"/>
              <a:gd name="connsiteX11" fmla="*/ 119852 w 335891"/>
              <a:gd name="connsiteY11" fmla="*/ 61371 h 607568"/>
              <a:gd name="connsiteX12" fmla="*/ 61462 w 335891"/>
              <a:gd name="connsiteY12" fmla="*/ 119673 h 607568"/>
              <a:gd name="connsiteX13" fmla="*/ 119852 w 335891"/>
              <a:gd name="connsiteY13" fmla="*/ 177975 h 607568"/>
              <a:gd name="connsiteX14" fmla="*/ 216040 w 335891"/>
              <a:gd name="connsiteY14" fmla="*/ 177975 h 607568"/>
              <a:gd name="connsiteX15" fmla="*/ 274429 w 335891"/>
              <a:gd name="connsiteY15" fmla="*/ 119673 h 607568"/>
              <a:gd name="connsiteX16" fmla="*/ 216040 w 335891"/>
              <a:gd name="connsiteY16" fmla="*/ 61371 h 607568"/>
              <a:gd name="connsiteX17" fmla="*/ 119852 w 335891"/>
              <a:gd name="connsiteY17" fmla="*/ 0 h 607568"/>
              <a:gd name="connsiteX18" fmla="*/ 216040 w 335891"/>
              <a:gd name="connsiteY18" fmla="*/ 0 h 607568"/>
              <a:gd name="connsiteX19" fmla="*/ 335891 w 335891"/>
              <a:gd name="connsiteY19" fmla="*/ 119673 h 607568"/>
              <a:gd name="connsiteX20" fmla="*/ 216040 w 335891"/>
              <a:gd name="connsiteY20" fmla="*/ 239345 h 607568"/>
              <a:gd name="connsiteX21" fmla="*/ 199599 w 335891"/>
              <a:gd name="connsiteY21" fmla="*/ 239345 h 607568"/>
              <a:gd name="connsiteX22" fmla="*/ 198523 w 335891"/>
              <a:gd name="connsiteY22" fmla="*/ 241340 h 607568"/>
              <a:gd name="connsiteX23" fmla="*/ 198523 w 335891"/>
              <a:gd name="connsiteY23" fmla="*/ 576883 h 607568"/>
              <a:gd name="connsiteX24" fmla="*/ 167792 w 335891"/>
              <a:gd name="connsiteY24" fmla="*/ 607568 h 607568"/>
              <a:gd name="connsiteX25" fmla="*/ 137061 w 335891"/>
              <a:gd name="connsiteY25" fmla="*/ 576883 h 607568"/>
              <a:gd name="connsiteX26" fmla="*/ 137061 w 335891"/>
              <a:gd name="connsiteY26" fmla="*/ 241340 h 607568"/>
              <a:gd name="connsiteX27" fmla="*/ 138290 w 335891"/>
              <a:gd name="connsiteY27" fmla="*/ 239345 h 607568"/>
              <a:gd name="connsiteX28" fmla="*/ 119852 w 335891"/>
              <a:gd name="connsiteY28" fmla="*/ 239345 h 607568"/>
              <a:gd name="connsiteX29" fmla="*/ 0 w 335891"/>
              <a:gd name="connsiteY29" fmla="*/ 119673 h 607568"/>
              <a:gd name="connsiteX30" fmla="*/ 119852 w 335891"/>
              <a:gd name="connsiteY30" fmla="*/ 0 h 607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35891" h="607568">
                <a:moveTo>
                  <a:pt x="229267" y="405045"/>
                </a:moveTo>
                <a:lnTo>
                  <a:pt x="306248" y="405045"/>
                </a:lnTo>
                <a:cubicBezTo>
                  <a:pt x="323151" y="405045"/>
                  <a:pt x="335750" y="418853"/>
                  <a:pt x="335750" y="435728"/>
                </a:cubicBezTo>
                <a:lnTo>
                  <a:pt x="335750" y="472548"/>
                </a:lnTo>
                <a:lnTo>
                  <a:pt x="302100" y="472548"/>
                </a:lnTo>
                <a:cubicBezTo>
                  <a:pt x="293649" y="472548"/>
                  <a:pt x="286734" y="479451"/>
                  <a:pt x="286734" y="487889"/>
                </a:cubicBezTo>
                <a:cubicBezTo>
                  <a:pt x="286734" y="496327"/>
                  <a:pt x="293649" y="503231"/>
                  <a:pt x="302100" y="503231"/>
                </a:cubicBezTo>
                <a:lnTo>
                  <a:pt x="335750" y="503231"/>
                </a:lnTo>
                <a:lnTo>
                  <a:pt x="335750" y="540050"/>
                </a:lnTo>
                <a:cubicBezTo>
                  <a:pt x="335750" y="556926"/>
                  <a:pt x="323151" y="570733"/>
                  <a:pt x="306248" y="570733"/>
                </a:cubicBezTo>
                <a:lnTo>
                  <a:pt x="229267" y="570733"/>
                </a:lnTo>
                <a:close/>
                <a:moveTo>
                  <a:pt x="119852" y="61371"/>
                </a:moveTo>
                <a:cubicBezTo>
                  <a:pt x="87584" y="61371"/>
                  <a:pt x="61462" y="87453"/>
                  <a:pt x="61462" y="119673"/>
                </a:cubicBezTo>
                <a:cubicBezTo>
                  <a:pt x="61462" y="151892"/>
                  <a:pt x="87584" y="177975"/>
                  <a:pt x="119852" y="177975"/>
                </a:cubicBezTo>
                <a:lnTo>
                  <a:pt x="216040" y="177975"/>
                </a:lnTo>
                <a:cubicBezTo>
                  <a:pt x="248308" y="177975"/>
                  <a:pt x="274429" y="151892"/>
                  <a:pt x="274429" y="119673"/>
                </a:cubicBezTo>
                <a:cubicBezTo>
                  <a:pt x="274429" y="87453"/>
                  <a:pt x="248308" y="61371"/>
                  <a:pt x="216040" y="61371"/>
                </a:cubicBezTo>
                <a:close/>
                <a:moveTo>
                  <a:pt x="119852" y="0"/>
                </a:moveTo>
                <a:lnTo>
                  <a:pt x="216040" y="0"/>
                </a:lnTo>
                <a:cubicBezTo>
                  <a:pt x="282112" y="0"/>
                  <a:pt x="335891" y="53699"/>
                  <a:pt x="335891" y="119673"/>
                </a:cubicBezTo>
                <a:cubicBezTo>
                  <a:pt x="335891" y="185646"/>
                  <a:pt x="282112" y="239345"/>
                  <a:pt x="216040" y="239345"/>
                </a:cubicBezTo>
                <a:lnTo>
                  <a:pt x="199599" y="239345"/>
                </a:lnTo>
                <a:cubicBezTo>
                  <a:pt x="199599" y="239959"/>
                  <a:pt x="198523" y="240726"/>
                  <a:pt x="198523" y="241340"/>
                </a:cubicBezTo>
                <a:lnTo>
                  <a:pt x="198523" y="576883"/>
                </a:lnTo>
                <a:cubicBezTo>
                  <a:pt x="198523" y="593760"/>
                  <a:pt x="184694" y="607568"/>
                  <a:pt x="167792" y="607568"/>
                </a:cubicBezTo>
                <a:cubicBezTo>
                  <a:pt x="150736" y="607568"/>
                  <a:pt x="137061" y="593760"/>
                  <a:pt x="137061" y="576883"/>
                </a:cubicBezTo>
                <a:lnTo>
                  <a:pt x="137061" y="241340"/>
                </a:lnTo>
                <a:cubicBezTo>
                  <a:pt x="137061" y="240726"/>
                  <a:pt x="138290" y="239959"/>
                  <a:pt x="138290" y="239345"/>
                </a:cubicBezTo>
                <a:lnTo>
                  <a:pt x="119852" y="239345"/>
                </a:lnTo>
                <a:cubicBezTo>
                  <a:pt x="53780" y="239345"/>
                  <a:pt x="0" y="185646"/>
                  <a:pt x="0" y="119673"/>
                </a:cubicBezTo>
                <a:cubicBezTo>
                  <a:pt x="0" y="53699"/>
                  <a:pt x="53780" y="0"/>
                  <a:pt x="119852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34" name="group_273939">
            <a:extLst>
              <a:ext uri="{FF2B5EF4-FFF2-40B4-BE49-F238E27FC236}">
                <a16:creationId xmlns:a16="http://schemas.microsoft.com/office/drawing/2014/main" id="{DDE34FD0-C24A-4C31-8472-1FC4A5D6C2B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8420210" y="171852"/>
            <a:ext cx="812913" cy="808833"/>
          </a:xfrm>
          <a:custGeom>
            <a:avLst/>
            <a:gdLst>
              <a:gd name="connsiteX0" fmla="*/ 492445 w 605597"/>
              <a:gd name="connsiteY0" fmla="*/ 477072 h 602558"/>
              <a:gd name="connsiteX1" fmla="*/ 467340 w 605597"/>
              <a:gd name="connsiteY1" fmla="*/ 502134 h 602558"/>
              <a:gd name="connsiteX2" fmla="*/ 479893 w 605597"/>
              <a:gd name="connsiteY2" fmla="*/ 523402 h 602558"/>
              <a:gd name="connsiteX3" fmla="*/ 479893 w 605597"/>
              <a:gd name="connsiteY3" fmla="*/ 539815 h 602558"/>
              <a:gd name="connsiteX4" fmla="*/ 492445 w 605597"/>
              <a:gd name="connsiteY4" fmla="*/ 552346 h 602558"/>
              <a:gd name="connsiteX5" fmla="*/ 504998 w 605597"/>
              <a:gd name="connsiteY5" fmla="*/ 539815 h 602558"/>
              <a:gd name="connsiteX6" fmla="*/ 504998 w 605597"/>
              <a:gd name="connsiteY6" fmla="*/ 523402 h 602558"/>
              <a:gd name="connsiteX7" fmla="*/ 517551 w 605597"/>
              <a:gd name="connsiteY7" fmla="*/ 502134 h 602558"/>
              <a:gd name="connsiteX8" fmla="*/ 492445 w 605597"/>
              <a:gd name="connsiteY8" fmla="*/ 477072 h 602558"/>
              <a:gd name="connsiteX9" fmla="*/ 492445 w 605597"/>
              <a:gd name="connsiteY9" fmla="*/ 351498 h 602558"/>
              <a:gd name="connsiteX10" fmla="*/ 429593 w 605597"/>
              <a:gd name="connsiteY10" fmla="*/ 414241 h 602558"/>
              <a:gd name="connsiteX11" fmla="*/ 429593 w 605597"/>
              <a:gd name="connsiteY11" fmla="*/ 426860 h 602558"/>
              <a:gd name="connsiteX12" fmla="*/ 555298 w 605597"/>
              <a:gd name="connsiteY12" fmla="*/ 426860 h 602558"/>
              <a:gd name="connsiteX13" fmla="*/ 555298 w 605597"/>
              <a:gd name="connsiteY13" fmla="*/ 414241 h 602558"/>
              <a:gd name="connsiteX14" fmla="*/ 492445 w 605597"/>
              <a:gd name="connsiteY14" fmla="*/ 351498 h 602558"/>
              <a:gd name="connsiteX15" fmla="*/ 492445 w 605597"/>
              <a:gd name="connsiteY15" fmla="*/ 326436 h 602558"/>
              <a:gd name="connsiteX16" fmla="*/ 580492 w 605597"/>
              <a:gd name="connsiteY16" fmla="*/ 414241 h 602558"/>
              <a:gd name="connsiteX17" fmla="*/ 580492 w 605597"/>
              <a:gd name="connsiteY17" fmla="*/ 426860 h 602558"/>
              <a:gd name="connsiteX18" fmla="*/ 593044 w 605597"/>
              <a:gd name="connsiteY18" fmla="*/ 426860 h 602558"/>
              <a:gd name="connsiteX19" fmla="*/ 605597 w 605597"/>
              <a:gd name="connsiteY19" fmla="*/ 439391 h 602558"/>
              <a:gd name="connsiteX20" fmla="*/ 605597 w 605597"/>
              <a:gd name="connsiteY20" fmla="*/ 590027 h 602558"/>
              <a:gd name="connsiteX21" fmla="*/ 593044 w 605597"/>
              <a:gd name="connsiteY21" fmla="*/ 602558 h 602558"/>
              <a:gd name="connsiteX22" fmla="*/ 391847 w 605597"/>
              <a:gd name="connsiteY22" fmla="*/ 602558 h 602558"/>
              <a:gd name="connsiteX23" fmla="*/ 379294 w 605597"/>
              <a:gd name="connsiteY23" fmla="*/ 590027 h 602558"/>
              <a:gd name="connsiteX24" fmla="*/ 379294 w 605597"/>
              <a:gd name="connsiteY24" fmla="*/ 439391 h 602558"/>
              <a:gd name="connsiteX25" fmla="*/ 391847 w 605597"/>
              <a:gd name="connsiteY25" fmla="*/ 426860 h 602558"/>
              <a:gd name="connsiteX26" fmla="*/ 404399 w 605597"/>
              <a:gd name="connsiteY26" fmla="*/ 426860 h 602558"/>
              <a:gd name="connsiteX27" fmla="*/ 404399 w 605597"/>
              <a:gd name="connsiteY27" fmla="*/ 414241 h 602558"/>
              <a:gd name="connsiteX28" fmla="*/ 492445 w 605597"/>
              <a:gd name="connsiteY28" fmla="*/ 326436 h 602558"/>
              <a:gd name="connsiteX29" fmla="*/ 259205 w 605597"/>
              <a:gd name="connsiteY29" fmla="*/ 174085 h 602558"/>
              <a:gd name="connsiteX30" fmla="*/ 323457 w 605597"/>
              <a:gd name="connsiteY30" fmla="*/ 174085 h 602558"/>
              <a:gd name="connsiteX31" fmla="*/ 387533 w 605597"/>
              <a:gd name="connsiteY31" fmla="*/ 229069 h 602558"/>
              <a:gd name="connsiteX32" fmla="*/ 404148 w 605597"/>
              <a:gd name="connsiteY32" fmla="*/ 357660 h 602558"/>
              <a:gd name="connsiteX33" fmla="*/ 395133 w 605597"/>
              <a:gd name="connsiteY33" fmla="*/ 386873 h 602558"/>
              <a:gd name="connsiteX34" fmla="*/ 367912 w 605597"/>
              <a:gd name="connsiteY34" fmla="*/ 400023 h 602558"/>
              <a:gd name="connsiteX35" fmla="*/ 354125 w 605597"/>
              <a:gd name="connsiteY35" fmla="*/ 564270 h 602558"/>
              <a:gd name="connsiteX36" fmla="*/ 341575 w 605597"/>
              <a:gd name="connsiteY36" fmla="*/ 575743 h 602558"/>
              <a:gd name="connsiteX37" fmla="*/ 240998 w 605597"/>
              <a:gd name="connsiteY37" fmla="*/ 575743 h 602558"/>
              <a:gd name="connsiteX38" fmla="*/ 228537 w 605597"/>
              <a:gd name="connsiteY38" fmla="*/ 564270 h 602558"/>
              <a:gd name="connsiteX39" fmla="*/ 217136 w 605597"/>
              <a:gd name="connsiteY39" fmla="*/ 428883 h 602558"/>
              <a:gd name="connsiteX40" fmla="*/ 222615 w 605597"/>
              <a:gd name="connsiteY40" fmla="*/ 417410 h 602558"/>
              <a:gd name="connsiteX41" fmla="*/ 234458 w 605597"/>
              <a:gd name="connsiteY41" fmla="*/ 407349 h 602558"/>
              <a:gd name="connsiteX42" fmla="*/ 250985 w 605597"/>
              <a:gd name="connsiteY42" fmla="*/ 354571 h 602558"/>
              <a:gd name="connsiteX43" fmla="*/ 234370 w 605597"/>
              <a:gd name="connsiteY43" fmla="*/ 208770 h 602558"/>
              <a:gd name="connsiteX44" fmla="*/ 231011 w 605597"/>
              <a:gd name="connsiteY44" fmla="*/ 192707 h 602558"/>
              <a:gd name="connsiteX45" fmla="*/ 239319 w 605597"/>
              <a:gd name="connsiteY45" fmla="*/ 177350 h 602558"/>
              <a:gd name="connsiteX46" fmla="*/ 259205 w 605597"/>
              <a:gd name="connsiteY46" fmla="*/ 174085 h 602558"/>
              <a:gd name="connsiteX47" fmla="*/ 81080 w 605597"/>
              <a:gd name="connsiteY47" fmla="*/ 150657 h 602558"/>
              <a:gd name="connsiteX48" fmla="*/ 145252 w 605597"/>
              <a:gd name="connsiteY48" fmla="*/ 150657 h 602558"/>
              <a:gd name="connsiteX49" fmla="*/ 209335 w 605597"/>
              <a:gd name="connsiteY49" fmla="*/ 211557 h 602558"/>
              <a:gd name="connsiteX50" fmla="*/ 226041 w 605597"/>
              <a:gd name="connsiteY50" fmla="*/ 357455 h 602558"/>
              <a:gd name="connsiteX51" fmla="*/ 215699 w 605597"/>
              <a:gd name="connsiteY51" fmla="*/ 390641 h 602558"/>
              <a:gd name="connsiteX52" fmla="*/ 189889 w 605597"/>
              <a:gd name="connsiteY52" fmla="*/ 403263 h 602558"/>
              <a:gd name="connsiteX53" fmla="*/ 176012 w 605597"/>
              <a:gd name="connsiteY53" fmla="*/ 590908 h 602558"/>
              <a:gd name="connsiteX54" fmla="*/ 163460 w 605597"/>
              <a:gd name="connsiteY54" fmla="*/ 602558 h 602558"/>
              <a:gd name="connsiteX55" fmla="*/ 62871 w 605597"/>
              <a:gd name="connsiteY55" fmla="*/ 602558 h 602558"/>
              <a:gd name="connsiteX56" fmla="*/ 50320 w 605597"/>
              <a:gd name="connsiteY56" fmla="*/ 590908 h 602558"/>
              <a:gd name="connsiteX57" fmla="*/ 36442 w 605597"/>
              <a:gd name="connsiteY57" fmla="*/ 403263 h 602558"/>
              <a:gd name="connsiteX58" fmla="*/ 10632 w 605597"/>
              <a:gd name="connsiteY58" fmla="*/ 390641 h 602558"/>
              <a:gd name="connsiteX59" fmla="*/ 290 w 605597"/>
              <a:gd name="connsiteY59" fmla="*/ 357455 h 602558"/>
              <a:gd name="connsiteX60" fmla="*/ 16996 w 605597"/>
              <a:gd name="connsiteY60" fmla="*/ 211557 h 602558"/>
              <a:gd name="connsiteX61" fmla="*/ 81080 w 605597"/>
              <a:gd name="connsiteY61" fmla="*/ 150657 h 602558"/>
              <a:gd name="connsiteX62" fmla="*/ 291299 w 605597"/>
              <a:gd name="connsiteY62" fmla="*/ 25121 h 602558"/>
              <a:gd name="connsiteX63" fmla="*/ 354173 w 605597"/>
              <a:gd name="connsiteY63" fmla="*/ 87889 h 602558"/>
              <a:gd name="connsiteX64" fmla="*/ 291299 w 605597"/>
              <a:gd name="connsiteY64" fmla="*/ 150657 h 602558"/>
              <a:gd name="connsiteX65" fmla="*/ 228425 w 605597"/>
              <a:gd name="connsiteY65" fmla="*/ 87889 h 602558"/>
              <a:gd name="connsiteX66" fmla="*/ 291299 w 605597"/>
              <a:gd name="connsiteY66" fmla="*/ 25121 h 602558"/>
              <a:gd name="connsiteX67" fmla="*/ 113157 w 605597"/>
              <a:gd name="connsiteY67" fmla="*/ 0 h 602558"/>
              <a:gd name="connsiteX68" fmla="*/ 175996 w 605597"/>
              <a:gd name="connsiteY68" fmla="*/ 62768 h 602558"/>
              <a:gd name="connsiteX69" fmla="*/ 113157 w 605597"/>
              <a:gd name="connsiteY69" fmla="*/ 125536 h 602558"/>
              <a:gd name="connsiteX70" fmla="*/ 50318 w 605597"/>
              <a:gd name="connsiteY70" fmla="*/ 62768 h 602558"/>
              <a:gd name="connsiteX71" fmla="*/ 113157 w 605597"/>
              <a:gd name="connsiteY71" fmla="*/ 0 h 602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605597" h="602558">
                <a:moveTo>
                  <a:pt x="492445" y="477072"/>
                </a:moveTo>
                <a:cubicBezTo>
                  <a:pt x="478567" y="477072"/>
                  <a:pt x="467340" y="488280"/>
                  <a:pt x="467340" y="502134"/>
                </a:cubicBezTo>
                <a:cubicBezTo>
                  <a:pt x="467340" y="511312"/>
                  <a:pt x="472467" y="518989"/>
                  <a:pt x="479893" y="523402"/>
                </a:cubicBezTo>
                <a:lnTo>
                  <a:pt x="479893" y="539815"/>
                </a:lnTo>
                <a:cubicBezTo>
                  <a:pt x="479893" y="546698"/>
                  <a:pt x="485462" y="552346"/>
                  <a:pt x="492445" y="552346"/>
                </a:cubicBezTo>
                <a:cubicBezTo>
                  <a:pt x="499341" y="552346"/>
                  <a:pt x="504998" y="546698"/>
                  <a:pt x="504998" y="539815"/>
                </a:cubicBezTo>
                <a:lnTo>
                  <a:pt x="504998" y="523402"/>
                </a:lnTo>
                <a:cubicBezTo>
                  <a:pt x="512424" y="518989"/>
                  <a:pt x="517551" y="511312"/>
                  <a:pt x="517551" y="502134"/>
                </a:cubicBezTo>
                <a:cubicBezTo>
                  <a:pt x="517551" y="488280"/>
                  <a:pt x="506324" y="477072"/>
                  <a:pt x="492445" y="477072"/>
                </a:cubicBezTo>
                <a:close/>
                <a:moveTo>
                  <a:pt x="492445" y="351498"/>
                </a:moveTo>
                <a:cubicBezTo>
                  <a:pt x="457793" y="351498"/>
                  <a:pt x="429593" y="379737"/>
                  <a:pt x="429593" y="414241"/>
                </a:cubicBezTo>
                <a:lnTo>
                  <a:pt x="429593" y="426860"/>
                </a:lnTo>
                <a:lnTo>
                  <a:pt x="555298" y="426860"/>
                </a:lnTo>
                <a:lnTo>
                  <a:pt x="555298" y="414241"/>
                </a:lnTo>
                <a:cubicBezTo>
                  <a:pt x="555298" y="379737"/>
                  <a:pt x="527098" y="351498"/>
                  <a:pt x="492445" y="351498"/>
                </a:cubicBezTo>
                <a:close/>
                <a:moveTo>
                  <a:pt x="492445" y="326436"/>
                </a:moveTo>
                <a:cubicBezTo>
                  <a:pt x="540977" y="326436"/>
                  <a:pt x="580492" y="365882"/>
                  <a:pt x="580492" y="414241"/>
                </a:cubicBezTo>
                <a:lnTo>
                  <a:pt x="580492" y="426860"/>
                </a:lnTo>
                <a:lnTo>
                  <a:pt x="593044" y="426860"/>
                </a:lnTo>
                <a:cubicBezTo>
                  <a:pt x="599939" y="426860"/>
                  <a:pt x="605597" y="432420"/>
                  <a:pt x="605597" y="439391"/>
                </a:cubicBezTo>
                <a:lnTo>
                  <a:pt x="605597" y="590027"/>
                </a:lnTo>
                <a:cubicBezTo>
                  <a:pt x="605597" y="596910"/>
                  <a:pt x="599939" y="602558"/>
                  <a:pt x="593044" y="602558"/>
                </a:cubicBezTo>
                <a:lnTo>
                  <a:pt x="391847" y="602558"/>
                </a:lnTo>
                <a:cubicBezTo>
                  <a:pt x="384952" y="602558"/>
                  <a:pt x="379294" y="596910"/>
                  <a:pt x="379294" y="590027"/>
                </a:cubicBezTo>
                <a:lnTo>
                  <a:pt x="379294" y="439391"/>
                </a:lnTo>
                <a:cubicBezTo>
                  <a:pt x="379294" y="432420"/>
                  <a:pt x="384952" y="426860"/>
                  <a:pt x="391847" y="426860"/>
                </a:cubicBezTo>
                <a:lnTo>
                  <a:pt x="404399" y="426860"/>
                </a:lnTo>
                <a:lnTo>
                  <a:pt x="404399" y="414241"/>
                </a:lnTo>
                <a:cubicBezTo>
                  <a:pt x="404399" y="365882"/>
                  <a:pt x="443914" y="326436"/>
                  <a:pt x="492445" y="326436"/>
                </a:cubicBezTo>
                <a:close/>
                <a:moveTo>
                  <a:pt x="259205" y="174085"/>
                </a:moveTo>
                <a:lnTo>
                  <a:pt x="323457" y="174085"/>
                </a:lnTo>
                <a:cubicBezTo>
                  <a:pt x="355893" y="174085"/>
                  <a:pt x="383467" y="197738"/>
                  <a:pt x="387533" y="229069"/>
                </a:cubicBezTo>
                <a:lnTo>
                  <a:pt x="404148" y="357660"/>
                </a:lnTo>
                <a:cubicBezTo>
                  <a:pt x="405474" y="368251"/>
                  <a:pt x="402204" y="378842"/>
                  <a:pt x="395133" y="386873"/>
                </a:cubicBezTo>
                <a:cubicBezTo>
                  <a:pt x="388240" y="394728"/>
                  <a:pt x="378341" y="399494"/>
                  <a:pt x="367912" y="400023"/>
                </a:cubicBezTo>
                <a:lnTo>
                  <a:pt x="354125" y="564270"/>
                </a:lnTo>
                <a:cubicBezTo>
                  <a:pt x="353595" y="570713"/>
                  <a:pt x="348115" y="575743"/>
                  <a:pt x="341575" y="575743"/>
                </a:cubicBezTo>
                <a:lnTo>
                  <a:pt x="240998" y="575743"/>
                </a:lnTo>
                <a:cubicBezTo>
                  <a:pt x="234458" y="575743"/>
                  <a:pt x="229067" y="570713"/>
                  <a:pt x="228537" y="564270"/>
                </a:cubicBezTo>
                <a:lnTo>
                  <a:pt x="217136" y="428883"/>
                </a:lnTo>
                <a:cubicBezTo>
                  <a:pt x="216782" y="424382"/>
                  <a:pt x="218903" y="419969"/>
                  <a:pt x="222615" y="417410"/>
                </a:cubicBezTo>
                <a:cubicBezTo>
                  <a:pt x="227388" y="414145"/>
                  <a:pt x="231276" y="410879"/>
                  <a:pt x="234458" y="407349"/>
                </a:cubicBezTo>
                <a:cubicBezTo>
                  <a:pt x="247185" y="393139"/>
                  <a:pt x="253195" y="373899"/>
                  <a:pt x="250985" y="354571"/>
                </a:cubicBezTo>
                <a:lnTo>
                  <a:pt x="234370" y="208770"/>
                </a:lnTo>
                <a:cubicBezTo>
                  <a:pt x="233663" y="203210"/>
                  <a:pt x="232514" y="197914"/>
                  <a:pt x="231011" y="192707"/>
                </a:cubicBezTo>
                <a:cubicBezTo>
                  <a:pt x="229155" y="186176"/>
                  <a:pt x="232867" y="179380"/>
                  <a:pt x="239319" y="177350"/>
                </a:cubicBezTo>
                <a:cubicBezTo>
                  <a:pt x="246213" y="175144"/>
                  <a:pt x="252753" y="174085"/>
                  <a:pt x="259205" y="174085"/>
                </a:cubicBezTo>
                <a:close/>
                <a:moveTo>
                  <a:pt x="81080" y="150657"/>
                </a:moveTo>
                <a:lnTo>
                  <a:pt x="145252" y="150657"/>
                </a:lnTo>
                <a:cubicBezTo>
                  <a:pt x="177780" y="150657"/>
                  <a:pt x="205358" y="176871"/>
                  <a:pt x="209335" y="211557"/>
                </a:cubicBezTo>
                <a:lnTo>
                  <a:pt x="226041" y="357455"/>
                </a:lnTo>
                <a:cubicBezTo>
                  <a:pt x="227367" y="369635"/>
                  <a:pt x="223655" y="381727"/>
                  <a:pt x="215699" y="390641"/>
                </a:cubicBezTo>
                <a:cubicBezTo>
                  <a:pt x="208805" y="398320"/>
                  <a:pt x="199789" y="402733"/>
                  <a:pt x="189889" y="403263"/>
                </a:cubicBezTo>
                <a:lnTo>
                  <a:pt x="176012" y="590908"/>
                </a:lnTo>
                <a:cubicBezTo>
                  <a:pt x="175481" y="597439"/>
                  <a:pt x="170090" y="602558"/>
                  <a:pt x="163460" y="602558"/>
                </a:cubicBezTo>
                <a:lnTo>
                  <a:pt x="62871" y="602558"/>
                </a:lnTo>
                <a:cubicBezTo>
                  <a:pt x="56330" y="602558"/>
                  <a:pt x="50850" y="597439"/>
                  <a:pt x="50320" y="590908"/>
                </a:cubicBezTo>
                <a:lnTo>
                  <a:pt x="36442" y="403263"/>
                </a:lnTo>
                <a:cubicBezTo>
                  <a:pt x="26631" y="402733"/>
                  <a:pt x="17527" y="398320"/>
                  <a:pt x="10632" y="390641"/>
                </a:cubicBezTo>
                <a:cubicBezTo>
                  <a:pt x="2677" y="381727"/>
                  <a:pt x="-1124" y="369635"/>
                  <a:pt x="290" y="357455"/>
                </a:cubicBezTo>
                <a:lnTo>
                  <a:pt x="16996" y="211557"/>
                </a:lnTo>
                <a:cubicBezTo>
                  <a:pt x="20974" y="176871"/>
                  <a:pt x="48552" y="150657"/>
                  <a:pt x="81080" y="150657"/>
                </a:cubicBezTo>
                <a:close/>
                <a:moveTo>
                  <a:pt x="291299" y="25121"/>
                </a:moveTo>
                <a:cubicBezTo>
                  <a:pt x="326023" y="25121"/>
                  <a:pt x="354173" y="53223"/>
                  <a:pt x="354173" y="87889"/>
                </a:cubicBezTo>
                <a:cubicBezTo>
                  <a:pt x="354173" y="122555"/>
                  <a:pt x="326023" y="150657"/>
                  <a:pt x="291299" y="150657"/>
                </a:cubicBezTo>
                <a:cubicBezTo>
                  <a:pt x="256575" y="150657"/>
                  <a:pt x="228425" y="122555"/>
                  <a:pt x="228425" y="87889"/>
                </a:cubicBezTo>
                <a:cubicBezTo>
                  <a:pt x="228425" y="53223"/>
                  <a:pt x="256575" y="25121"/>
                  <a:pt x="291299" y="25121"/>
                </a:cubicBezTo>
                <a:close/>
                <a:moveTo>
                  <a:pt x="113157" y="0"/>
                </a:moveTo>
                <a:cubicBezTo>
                  <a:pt x="147862" y="0"/>
                  <a:pt x="175996" y="28102"/>
                  <a:pt x="175996" y="62768"/>
                </a:cubicBezTo>
                <a:cubicBezTo>
                  <a:pt x="175996" y="97434"/>
                  <a:pt x="147862" y="125536"/>
                  <a:pt x="113157" y="125536"/>
                </a:cubicBezTo>
                <a:cubicBezTo>
                  <a:pt x="78452" y="125536"/>
                  <a:pt x="50318" y="97434"/>
                  <a:pt x="50318" y="62768"/>
                </a:cubicBezTo>
                <a:cubicBezTo>
                  <a:pt x="50318" y="28102"/>
                  <a:pt x="78452" y="0"/>
                  <a:pt x="113157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35" name="halloween-prisoner-ball-with-chain_60175">
            <a:extLst>
              <a:ext uri="{FF2B5EF4-FFF2-40B4-BE49-F238E27FC236}">
                <a16:creationId xmlns:a16="http://schemas.microsoft.com/office/drawing/2014/main" id="{51CA7601-0C2D-46F1-B0C2-678CF4DA049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815614" y="81095"/>
            <a:ext cx="812913" cy="711639"/>
          </a:xfrm>
          <a:custGeom>
            <a:avLst/>
            <a:gdLst>
              <a:gd name="connsiteX0" fmla="*/ 486401 w 607249"/>
              <a:gd name="connsiteY0" fmla="*/ 292339 h 531597"/>
              <a:gd name="connsiteX1" fmla="*/ 468797 w 607249"/>
              <a:gd name="connsiteY1" fmla="*/ 417531 h 531597"/>
              <a:gd name="connsiteX2" fmla="*/ 486010 w 607249"/>
              <a:gd name="connsiteY2" fmla="*/ 436353 h 531597"/>
              <a:gd name="connsiteX3" fmla="*/ 527870 w 607249"/>
              <a:gd name="connsiteY3" fmla="*/ 388244 h 531597"/>
              <a:gd name="connsiteX4" fmla="*/ 486401 w 607249"/>
              <a:gd name="connsiteY4" fmla="*/ 292339 h 531597"/>
              <a:gd name="connsiteX5" fmla="*/ 465589 w 607249"/>
              <a:gd name="connsiteY5" fmla="*/ 271878 h 531597"/>
              <a:gd name="connsiteX6" fmla="*/ 474900 w 607249"/>
              <a:gd name="connsiteY6" fmla="*/ 271878 h 531597"/>
              <a:gd name="connsiteX7" fmla="*/ 478421 w 607249"/>
              <a:gd name="connsiteY7" fmla="*/ 276095 h 531597"/>
              <a:gd name="connsiteX8" fmla="*/ 542579 w 607249"/>
              <a:gd name="connsiteY8" fmla="*/ 370360 h 531597"/>
              <a:gd name="connsiteX9" fmla="*/ 474587 w 607249"/>
              <a:gd name="connsiteY9" fmla="*/ 453534 h 531597"/>
              <a:gd name="connsiteX10" fmla="*/ 458313 w 607249"/>
              <a:gd name="connsiteY10" fmla="*/ 397147 h 531597"/>
              <a:gd name="connsiteX11" fmla="*/ 465902 w 607249"/>
              <a:gd name="connsiteY11" fmla="*/ 282108 h 531597"/>
              <a:gd name="connsiteX12" fmla="*/ 463085 w 607249"/>
              <a:gd name="connsiteY12" fmla="*/ 281171 h 531597"/>
              <a:gd name="connsiteX13" fmla="*/ 465589 w 607249"/>
              <a:gd name="connsiteY13" fmla="*/ 271878 h 531597"/>
              <a:gd name="connsiteX14" fmla="*/ 451560 w 607249"/>
              <a:gd name="connsiteY14" fmla="*/ 230197 h 531597"/>
              <a:gd name="connsiteX15" fmla="*/ 300967 w 607249"/>
              <a:gd name="connsiteY15" fmla="*/ 299310 h 531597"/>
              <a:gd name="connsiteX16" fmla="*/ 293928 w 607249"/>
              <a:gd name="connsiteY16" fmla="*/ 300950 h 531597"/>
              <a:gd name="connsiteX17" fmla="*/ 351727 w 607249"/>
              <a:gd name="connsiteY17" fmla="*/ 495336 h 531597"/>
              <a:gd name="connsiteX18" fmla="*/ 569001 w 607249"/>
              <a:gd name="connsiteY18" fmla="*/ 453241 h 531597"/>
              <a:gd name="connsiteX19" fmla="*/ 509638 w 607249"/>
              <a:gd name="connsiteY19" fmla="*/ 246126 h 531597"/>
              <a:gd name="connsiteX20" fmla="*/ 451560 w 607249"/>
              <a:gd name="connsiteY20" fmla="*/ 230197 h 531597"/>
              <a:gd name="connsiteX21" fmla="*/ 259511 w 607249"/>
              <a:gd name="connsiteY21" fmla="*/ 204374 h 531597"/>
              <a:gd name="connsiteX22" fmla="*/ 263967 w 607249"/>
              <a:gd name="connsiteY22" fmla="*/ 207810 h 531597"/>
              <a:gd name="connsiteX23" fmla="*/ 250209 w 607249"/>
              <a:gd name="connsiteY23" fmla="*/ 255604 h 531597"/>
              <a:gd name="connsiteX24" fmla="*/ 274442 w 607249"/>
              <a:gd name="connsiteY24" fmla="*/ 302462 h 531597"/>
              <a:gd name="connsiteX25" fmla="*/ 271002 w 607249"/>
              <a:gd name="connsiteY25" fmla="*/ 308865 h 531597"/>
              <a:gd name="connsiteX26" fmla="*/ 239734 w 607249"/>
              <a:gd name="connsiteY26" fmla="*/ 260446 h 531597"/>
              <a:gd name="connsiteX27" fmla="*/ 259511 w 607249"/>
              <a:gd name="connsiteY27" fmla="*/ 204374 h 531597"/>
              <a:gd name="connsiteX28" fmla="*/ 178095 w 607249"/>
              <a:gd name="connsiteY28" fmla="*/ 114843 h 531597"/>
              <a:gd name="connsiteX29" fmla="*/ 135000 w 607249"/>
              <a:gd name="connsiteY29" fmla="*/ 152408 h 531597"/>
              <a:gd name="connsiteX30" fmla="*/ 148452 w 607249"/>
              <a:gd name="connsiteY30" fmla="*/ 149909 h 531597"/>
              <a:gd name="connsiteX31" fmla="*/ 178095 w 607249"/>
              <a:gd name="connsiteY31" fmla="*/ 114843 h 531597"/>
              <a:gd name="connsiteX32" fmla="*/ 95111 w 607249"/>
              <a:gd name="connsiteY32" fmla="*/ 55567 h 531597"/>
              <a:gd name="connsiteX33" fmla="*/ 82988 w 607249"/>
              <a:gd name="connsiteY33" fmla="*/ 126948 h 531597"/>
              <a:gd name="connsiteX34" fmla="*/ 123581 w 607249"/>
              <a:gd name="connsiteY34" fmla="*/ 152096 h 531597"/>
              <a:gd name="connsiteX35" fmla="*/ 178408 w 607249"/>
              <a:gd name="connsiteY35" fmla="*/ 103363 h 531597"/>
              <a:gd name="connsiteX36" fmla="*/ 232374 w 607249"/>
              <a:gd name="connsiteY36" fmla="*/ 150221 h 531597"/>
              <a:gd name="connsiteX37" fmla="*/ 254039 w 607249"/>
              <a:gd name="connsiteY37" fmla="*/ 142880 h 531597"/>
              <a:gd name="connsiteX38" fmla="*/ 190531 w 607249"/>
              <a:gd name="connsiteY38" fmla="*/ 83292 h 531597"/>
              <a:gd name="connsiteX39" fmla="*/ 146810 w 607249"/>
              <a:gd name="connsiteY39" fmla="*/ 78840 h 531597"/>
              <a:gd name="connsiteX40" fmla="*/ 132184 w 607249"/>
              <a:gd name="connsiteY40" fmla="*/ 98599 h 531597"/>
              <a:gd name="connsiteX41" fmla="*/ 144307 w 607249"/>
              <a:gd name="connsiteY41" fmla="*/ 101176 h 531597"/>
              <a:gd name="connsiteX42" fmla="*/ 144307 w 607249"/>
              <a:gd name="connsiteY42" fmla="*/ 103675 h 531597"/>
              <a:gd name="connsiteX43" fmla="*/ 130541 w 607249"/>
              <a:gd name="connsiteY43" fmla="*/ 103050 h 531597"/>
              <a:gd name="connsiteX44" fmla="*/ 125145 w 607249"/>
              <a:gd name="connsiteY44" fmla="*/ 126948 h 531597"/>
              <a:gd name="connsiteX45" fmla="*/ 116541 w 607249"/>
              <a:gd name="connsiteY45" fmla="*/ 125699 h 531597"/>
              <a:gd name="connsiteX46" fmla="*/ 119044 w 607249"/>
              <a:gd name="connsiteY46" fmla="*/ 100161 h 531597"/>
              <a:gd name="connsiteX47" fmla="*/ 98318 w 607249"/>
              <a:gd name="connsiteY47" fmla="*/ 81730 h 531597"/>
              <a:gd name="connsiteX48" fmla="*/ 95111 w 607249"/>
              <a:gd name="connsiteY48" fmla="*/ 55567 h 531597"/>
              <a:gd name="connsiteX49" fmla="*/ 112582 w 607249"/>
              <a:gd name="connsiteY49" fmla="*/ 29463 h 531597"/>
              <a:gd name="connsiteX50" fmla="*/ 113960 w 607249"/>
              <a:gd name="connsiteY50" fmla="*/ 34871 h 531597"/>
              <a:gd name="connsiteX51" fmla="*/ 106608 w 607249"/>
              <a:gd name="connsiteY51" fmla="*/ 52677 h 531597"/>
              <a:gd name="connsiteX52" fmla="*/ 129603 w 607249"/>
              <a:gd name="connsiteY52" fmla="*/ 71499 h 531597"/>
              <a:gd name="connsiteX53" fmla="*/ 125770 w 607249"/>
              <a:gd name="connsiteY53" fmla="*/ 75326 h 531597"/>
              <a:gd name="connsiteX54" fmla="*/ 105044 w 607249"/>
              <a:gd name="connsiteY54" fmla="*/ 60019 h 531597"/>
              <a:gd name="connsiteX55" fmla="*/ 108564 w 607249"/>
              <a:gd name="connsiteY55" fmla="*/ 79777 h 531597"/>
              <a:gd name="connsiteX56" fmla="*/ 122251 w 607249"/>
              <a:gd name="connsiteY56" fmla="*/ 93522 h 531597"/>
              <a:gd name="connsiteX57" fmla="*/ 182240 w 607249"/>
              <a:gd name="connsiteY57" fmla="*/ 67047 h 531597"/>
              <a:gd name="connsiteX58" fmla="*/ 261704 w 607249"/>
              <a:gd name="connsiteY58" fmla="*/ 142880 h 531597"/>
              <a:gd name="connsiteX59" fmla="*/ 280866 w 607249"/>
              <a:gd name="connsiteY59" fmla="*/ 150221 h 531597"/>
              <a:gd name="connsiteX60" fmla="*/ 306051 w 607249"/>
              <a:gd name="connsiteY60" fmla="*/ 187162 h 531597"/>
              <a:gd name="connsiteX61" fmla="*/ 343436 w 607249"/>
              <a:gd name="connsiteY61" fmla="*/ 200907 h 531597"/>
              <a:gd name="connsiteX62" fmla="*/ 358375 w 607249"/>
              <a:gd name="connsiteY62" fmla="*/ 233396 h 531597"/>
              <a:gd name="connsiteX63" fmla="*/ 535214 w 607249"/>
              <a:gd name="connsiteY63" fmla="*/ 244251 h 531597"/>
              <a:gd name="connsiteX64" fmla="*/ 572208 w 607249"/>
              <a:gd name="connsiteY64" fmla="*/ 472062 h 531597"/>
              <a:gd name="connsiteX65" fmla="*/ 292989 w 607249"/>
              <a:gd name="connsiteY65" fmla="*/ 285331 h 531597"/>
              <a:gd name="connsiteX66" fmla="*/ 294632 w 607249"/>
              <a:gd name="connsiteY66" fmla="*/ 284394 h 531597"/>
              <a:gd name="connsiteX67" fmla="*/ 326855 w 607249"/>
              <a:gd name="connsiteY67" fmla="*/ 253154 h 531597"/>
              <a:gd name="connsiteX68" fmla="*/ 323648 w 607249"/>
              <a:gd name="connsiteY68" fmla="*/ 239097 h 531597"/>
              <a:gd name="connsiteX69" fmla="*/ 306755 w 607249"/>
              <a:gd name="connsiteY69" fmla="*/ 225742 h 531597"/>
              <a:gd name="connsiteX70" fmla="*/ 307693 w 607249"/>
              <a:gd name="connsiteY70" fmla="*/ 222540 h 531597"/>
              <a:gd name="connsiteX71" fmla="*/ 333190 w 607249"/>
              <a:gd name="connsiteY71" fmla="*/ 248390 h 531597"/>
              <a:gd name="connsiteX72" fmla="*/ 350397 w 607249"/>
              <a:gd name="connsiteY72" fmla="*/ 237535 h 531597"/>
              <a:gd name="connsiteX73" fmla="*/ 350084 w 607249"/>
              <a:gd name="connsiteY73" fmla="*/ 236910 h 531597"/>
              <a:gd name="connsiteX74" fmla="*/ 336084 w 607249"/>
              <a:gd name="connsiteY74" fmla="*/ 204421 h 531597"/>
              <a:gd name="connsiteX75" fmla="*/ 307067 w 607249"/>
              <a:gd name="connsiteY75" fmla="*/ 192941 h 531597"/>
              <a:gd name="connsiteX76" fmla="*/ 305112 w 607249"/>
              <a:gd name="connsiteY76" fmla="*/ 225430 h 531597"/>
              <a:gd name="connsiteX77" fmla="*/ 300341 w 607249"/>
              <a:gd name="connsiteY77" fmla="*/ 227929 h 531597"/>
              <a:gd name="connsiteX78" fmla="*/ 295883 w 607249"/>
              <a:gd name="connsiteY78" fmla="*/ 236598 h 531597"/>
              <a:gd name="connsiteX79" fmla="*/ 296196 w 607249"/>
              <a:gd name="connsiteY79" fmla="*/ 274788 h 531597"/>
              <a:gd name="connsiteX80" fmla="*/ 295257 w 607249"/>
              <a:gd name="connsiteY80" fmla="*/ 278302 h 531597"/>
              <a:gd name="connsiteX81" fmla="*/ 276721 w 607249"/>
              <a:gd name="connsiteY81" fmla="*/ 260808 h 531597"/>
              <a:gd name="connsiteX82" fmla="*/ 294241 w 607249"/>
              <a:gd name="connsiteY82" fmla="*/ 227616 h 531597"/>
              <a:gd name="connsiteX83" fmla="*/ 295570 w 607249"/>
              <a:gd name="connsiteY83" fmla="*/ 227304 h 531597"/>
              <a:gd name="connsiteX84" fmla="*/ 298777 w 607249"/>
              <a:gd name="connsiteY84" fmla="*/ 212700 h 531597"/>
              <a:gd name="connsiteX85" fmla="*/ 300028 w 607249"/>
              <a:gd name="connsiteY85" fmla="*/ 210435 h 531597"/>
              <a:gd name="connsiteX86" fmla="*/ 279615 w 607249"/>
              <a:gd name="connsiteY86" fmla="*/ 162639 h 531597"/>
              <a:gd name="connsiteX87" fmla="*/ 248643 w 607249"/>
              <a:gd name="connsiteY87" fmla="*/ 154673 h 531597"/>
              <a:gd name="connsiteX88" fmla="*/ 223458 w 607249"/>
              <a:gd name="connsiteY88" fmla="*/ 175057 h 531597"/>
              <a:gd name="connsiteX89" fmla="*/ 216106 w 607249"/>
              <a:gd name="connsiteY89" fmla="*/ 170917 h 531597"/>
              <a:gd name="connsiteX90" fmla="*/ 228855 w 607249"/>
              <a:gd name="connsiteY90" fmla="*/ 153111 h 531597"/>
              <a:gd name="connsiteX91" fmla="*/ 200151 w 607249"/>
              <a:gd name="connsiteY91" fmla="*/ 123746 h 531597"/>
              <a:gd name="connsiteX92" fmla="*/ 192486 w 607249"/>
              <a:gd name="connsiteY92" fmla="*/ 164591 h 531597"/>
              <a:gd name="connsiteX93" fmla="*/ 231123 w 607249"/>
              <a:gd name="connsiteY93" fmla="*/ 181148 h 531597"/>
              <a:gd name="connsiteX94" fmla="*/ 233626 w 607249"/>
              <a:gd name="connsiteY94" fmla="*/ 181773 h 531597"/>
              <a:gd name="connsiteX95" fmla="*/ 266475 w 607249"/>
              <a:gd name="connsiteY95" fmla="*/ 188489 h 531597"/>
              <a:gd name="connsiteX96" fmla="*/ 281492 w 607249"/>
              <a:gd name="connsiteY96" fmla="*/ 242924 h 531597"/>
              <a:gd name="connsiteX97" fmla="*/ 275469 w 607249"/>
              <a:gd name="connsiteY97" fmla="*/ 241986 h 531597"/>
              <a:gd name="connsiteX98" fmla="*/ 260453 w 607249"/>
              <a:gd name="connsiteY98" fmla="*/ 196455 h 531597"/>
              <a:gd name="connsiteX99" fmla="*/ 215793 w 607249"/>
              <a:gd name="connsiteY99" fmla="*/ 199892 h 531597"/>
              <a:gd name="connsiteX100" fmla="*/ 211335 w 607249"/>
              <a:gd name="connsiteY100" fmla="*/ 192238 h 531597"/>
              <a:gd name="connsiteX101" fmla="*/ 215168 w 607249"/>
              <a:gd name="connsiteY101" fmla="*/ 189427 h 531597"/>
              <a:gd name="connsiteX102" fmla="*/ 183257 w 607249"/>
              <a:gd name="connsiteY102" fmla="*/ 170917 h 531597"/>
              <a:gd name="connsiteX103" fmla="*/ 192173 w 607249"/>
              <a:gd name="connsiteY103" fmla="*/ 119295 h 531597"/>
              <a:gd name="connsiteX104" fmla="*/ 190843 w 607249"/>
              <a:gd name="connsiteY104" fmla="*/ 118670 h 531597"/>
              <a:gd name="connsiteX105" fmla="*/ 162765 w 607249"/>
              <a:gd name="connsiteY105" fmla="*/ 143193 h 531597"/>
              <a:gd name="connsiteX106" fmla="*/ 166910 w 607249"/>
              <a:gd name="connsiteY106" fmla="*/ 141006 h 531597"/>
              <a:gd name="connsiteX107" fmla="*/ 169804 w 607249"/>
              <a:gd name="connsiteY107" fmla="*/ 144833 h 531597"/>
              <a:gd name="connsiteX108" fmla="*/ 158307 w 607249"/>
              <a:gd name="connsiteY108" fmla="*/ 153111 h 531597"/>
              <a:gd name="connsiteX109" fmla="*/ 162452 w 607249"/>
              <a:gd name="connsiteY109" fmla="*/ 192941 h 531597"/>
              <a:gd name="connsiteX110" fmla="*/ 241916 w 607249"/>
              <a:gd name="connsiteY110" fmla="*/ 198954 h 531597"/>
              <a:gd name="connsiteX111" fmla="*/ 246374 w 607249"/>
              <a:gd name="connsiteY111" fmla="*/ 203406 h 531597"/>
              <a:gd name="connsiteX112" fmla="*/ 153849 w 607249"/>
              <a:gd name="connsiteY112" fmla="*/ 198330 h 531597"/>
              <a:gd name="connsiteX113" fmla="*/ 147201 w 607249"/>
              <a:gd name="connsiteY113" fmla="*/ 158812 h 531597"/>
              <a:gd name="connsiteX114" fmla="*/ 131558 w 607249"/>
              <a:gd name="connsiteY114" fmla="*/ 162327 h 531597"/>
              <a:gd name="connsiteX115" fmla="*/ 131558 w 607249"/>
              <a:gd name="connsiteY115" fmla="*/ 162639 h 531597"/>
              <a:gd name="connsiteX116" fmla="*/ 124832 w 607249"/>
              <a:gd name="connsiteY116" fmla="*/ 162639 h 531597"/>
              <a:gd name="connsiteX117" fmla="*/ 71882 w 607249"/>
              <a:gd name="connsiteY117" fmla="*/ 130463 h 531597"/>
              <a:gd name="connsiteX118" fmla="*/ 82675 w 607249"/>
              <a:gd name="connsiteY118" fmla="*/ 51428 h 531597"/>
              <a:gd name="connsiteX119" fmla="*/ 74385 w 607249"/>
              <a:gd name="connsiteY119" fmla="*/ 50803 h 531597"/>
              <a:gd name="connsiteX120" fmla="*/ 33245 w 607249"/>
              <a:gd name="connsiteY120" fmla="*/ 81730 h 531597"/>
              <a:gd name="connsiteX121" fmla="*/ 24954 w 607249"/>
              <a:gd name="connsiteY121" fmla="*/ 78215 h 531597"/>
              <a:gd name="connsiteX122" fmla="*/ 69927 w 607249"/>
              <a:gd name="connsiteY122" fmla="*/ 41275 h 531597"/>
              <a:gd name="connsiteX123" fmla="*/ 91670 w 607249"/>
              <a:gd name="connsiteY123" fmla="*/ 45414 h 531597"/>
              <a:gd name="connsiteX124" fmla="*/ 100586 w 607249"/>
              <a:gd name="connsiteY124" fmla="*/ 41275 h 531597"/>
              <a:gd name="connsiteX125" fmla="*/ 107625 w 607249"/>
              <a:gd name="connsiteY125" fmla="*/ 29795 h 531597"/>
              <a:gd name="connsiteX126" fmla="*/ 112582 w 607249"/>
              <a:gd name="connsiteY126" fmla="*/ 29463 h 531597"/>
              <a:gd name="connsiteX127" fmla="*/ 65390 w 607249"/>
              <a:gd name="connsiteY127" fmla="*/ 393 h 531597"/>
              <a:gd name="connsiteX128" fmla="*/ 153239 w 607249"/>
              <a:gd name="connsiteY128" fmla="*/ 60974 h 531597"/>
              <a:gd name="connsiteX129" fmla="*/ 147842 w 607249"/>
              <a:gd name="connsiteY129" fmla="*/ 62536 h 531597"/>
              <a:gd name="connsiteX130" fmla="*/ 9615 w 607249"/>
              <a:gd name="connsiteY130" fmla="*/ 55822 h 531597"/>
              <a:gd name="connsiteX131" fmla="*/ 1010 w 607249"/>
              <a:gd name="connsiteY131" fmla="*/ 57149 h 531597"/>
              <a:gd name="connsiteX132" fmla="*/ 65390 w 607249"/>
              <a:gd name="connsiteY132" fmla="*/ 393 h 531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607249" h="531597">
                <a:moveTo>
                  <a:pt x="486401" y="292339"/>
                </a:moveTo>
                <a:cubicBezTo>
                  <a:pt x="496886" y="329592"/>
                  <a:pt x="472005" y="385354"/>
                  <a:pt x="468797" y="417531"/>
                </a:cubicBezTo>
                <a:cubicBezTo>
                  <a:pt x="467545" y="431901"/>
                  <a:pt x="467858" y="445568"/>
                  <a:pt x="486010" y="436353"/>
                </a:cubicBezTo>
                <a:cubicBezTo>
                  <a:pt x="505805" y="426122"/>
                  <a:pt x="524662" y="412142"/>
                  <a:pt x="527870" y="388244"/>
                </a:cubicBezTo>
                <a:cubicBezTo>
                  <a:pt x="533268" y="352866"/>
                  <a:pt x="516055" y="313035"/>
                  <a:pt x="486401" y="292339"/>
                </a:cubicBezTo>
                <a:close/>
                <a:moveTo>
                  <a:pt x="465589" y="271878"/>
                </a:moveTo>
                <a:cubicBezTo>
                  <a:pt x="468171" y="270003"/>
                  <a:pt x="472005" y="269066"/>
                  <a:pt x="474900" y="271878"/>
                </a:cubicBezTo>
                <a:cubicBezTo>
                  <a:pt x="476152" y="273205"/>
                  <a:pt x="477404" y="274455"/>
                  <a:pt x="478421" y="276095"/>
                </a:cubicBezTo>
                <a:cubicBezTo>
                  <a:pt x="514490" y="291012"/>
                  <a:pt x="541875" y="332170"/>
                  <a:pt x="542579" y="370360"/>
                </a:cubicBezTo>
                <a:cubicBezTo>
                  <a:pt x="543205" y="405738"/>
                  <a:pt x="516055" y="454159"/>
                  <a:pt x="474587" y="453534"/>
                </a:cubicBezTo>
                <a:cubicBezTo>
                  <a:pt x="446107" y="453222"/>
                  <a:pt x="454792" y="414954"/>
                  <a:pt x="458313" y="397147"/>
                </a:cubicBezTo>
                <a:cubicBezTo>
                  <a:pt x="464650" y="365283"/>
                  <a:pt x="486401" y="312411"/>
                  <a:pt x="465902" y="282108"/>
                </a:cubicBezTo>
                <a:lnTo>
                  <a:pt x="463085" y="281171"/>
                </a:lnTo>
                <a:cubicBezTo>
                  <a:pt x="456983" y="279531"/>
                  <a:pt x="459565" y="270628"/>
                  <a:pt x="465589" y="271878"/>
                </a:cubicBezTo>
                <a:close/>
                <a:moveTo>
                  <a:pt x="451560" y="230197"/>
                </a:moveTo>
                <a:cubicBezTo>
                  <a:pt x="394368" y="224834"/>
                  <a:pt x="340914" y="250343"/>
                  <a:pt x="300967" y="299310"/>
                </a:cubicBezTo>
                <a:cubicBezTo>
                  <a:pt x="299090" y="301887"/>
                  <a:pt x="296509" y="301887"/>
                  <a:pt x="293928" y="300950"/>
                </a:cubicBezTo>
                <a:cubicBezTo>
                  <a:pt x="257559" y="373581"/>
                  <a:pt x="277034" y="453241"/>
                  <a:pt x="351727" y="495336"/>
                </a:cubicBezTo>
                <a:cubicBezTo>
                  <a:pt x="423526" y="535790"/>
                  <a:pt x="524029" y="532588"/>
                  <a:pt x="569001" y="453241"/>
                </a:cubicBezTo>
                <a:cubicBezTo>
                  <a:pt x="612097" y="377096"/>
                  <a:pt x="593560" y="284394"/>
                  <a:pt x="509638" y="246126"/>
                </a:cubicBezTo>
                <a:cubicBezTo>
                  <a:pt x="490104" y="237203"/>
                  <a:pt x="470625" y="231985"/>
                  <a:pt x="451560" y="230197"/>
                </a:cubicBezTo>
                <a:close/>
                <a:moveTo>
                  <a:pt x="259511" y="204374"/>
                </a:moveTo>
                <a:cubicBezTo>
                  <a:pt x="262013" y="202734"/>
                  <a:pt x="264280" y="205623"/>
                  <a:pt x="263967" y="207810"/>
                </a:cubicBezTo>
                <a:cubicBezTo>
                  <a:pt x="261387" y="224444"/>
                  <a:pt x="250209" y="237486"/>
                  <a:pt x="250209" y="255604"/>
                </a:cubicBezTo>
                <a:cubicBezTo>
                  <a:pt x="250209" y="275050"/>
                  <a:pt x="257244" y="291997"/>
                  <a:pt x="274442" y="302462"/>
                </a:cubicBezTo>
                <a:cubicBezTo>
                  <a:pt x="278585" y="305039"/>
                  <a:pt x="275145" y="311052"/>
                  <a:pt x="271002" y="308865"/>
                </a:cubicBezTo>
                <a:cubicBezTo>
                  <a:pt x="251850" y="299260"/>
                  <a:pt x="240046" y="282079"/>
                  <a:pt x="239734" y="260446"/>
                </a:cubicBezTo>
                <a:cubicBezTo>
                  <a:pt x="239421" y="242250"/>
                  <a:pt x="243564" y="215151"/>
                  <a:pt x="259511" y="204374"/>
                </a:cubicBezTo>
                <a:close/>
                <a:moveTo>
                  <a:pt x="178095" y="114843"/>
                </a:moveTo>
                <a:cubicBezTo>
                  <a:pt x="151972" y="110392"/>
                  <a:pt x="143681" y="132025"/>
                  <a:pt x="135000" y="152408"/>
                </a:cubicBezTo>
                <a:cubicBezTo>
                  <a:pt x="139536" y="152096"/>
                  <a:pt x="143994" y="151159"/>
                  <a:pt x="148452" y="149909"/>
                </a:cubicBezTo>
                <a:cubicBezTo>
                  <a:pt x="153223" y="134914"/>
                  <a:pt x="163469" y="122184"/>
                  <a:pt x="178095" y="114843"/>
                </a:cubicBezTo>
                <a:close/>
                <a:moveTo>
                  <a:pt x="95111" y="55567"/>
                </a:moveTo>
                <a:cubicBezTo>
                  <a:pt x="72508" y="73451"/>
                  <a:pt x="63200" y="99536"/>
                  <a:pt x="82988" y="126948"/>
                </a:cubicBezTo>
                <a:cubicBezTo>
                  <a:pt x="93860" y="141631"/>
                  <a:pt x="108251" y="150221"/>
                  <a:pt x="123581" y="152096"/>
                </a:cubicBezTo>
                <a:cubicBezTo>
                  <a:pt x="126709" y="125074"/>
                  <a:pt x="149078" y="97662"/>
                  <a:pt x="178408" y="103363"/>
                </a:cubicBezTo>
                <a:cubicBezTo>
                  <a:pt x="203045" y="108127"/>
                  <a:pt x="224084" y="126948"/>
                  <a:pt x="232374" y="150221"/>
                </a:cubicBezTo>
                <a:cubicBezTo>
                  <a:pt x="239101" y="145770"/>
                  <a:pt x="246687" y="143193"/>
                  <a:pt x="254039" y="142880"/>
                </a:cubicBezTo>
                <a:cubicBezTo>
                  <a:pt x="240039" y="117733"/>
                  <a:pt x="216419" y="95397"/>
                  <a:pt x="190531" y="83292"/>
                </a:cubicBezTo>
                <a:cubicBezTo>
                  <a:pt x="178095" y="77278"/>
                  <a:pt x="159949" y="70562"/>
                  <a:pt x="146810" y="78840"/>
                </a:cubicBezTo>
                <a:cubicBezTo>
                  <a:pt x="139223" y="83604"/>
                  <a:pt x="135000" y="90945"/>
                  <a:pt x="132184" y="98599"/>
                </a:cubicBezTo>
                <a:cubicBezTo>
                  <a:pt x="136016" y="99848"/>
                  <a:pt x="140162" y="100864"/>
                  <a:pt x="144307" y="101176"/>
                </a:cubicBezTo>
                <a:cubicBezTo>
                  <a:pt x="145871" y="101176"/>
                  <a:pt x="145871" y="103675"/>
                  <a:pt x="144307" y="103675"/>
                </a:cubicBezTo>
                <a:cubicBezTo>
                  <a:pt x="139536" y="103988"/>
                  <a:pt x="135000" y="103675"/>
                  <a:pt x="130541" y="103050"/>
                </a:cubicBezTo>
                <a:cubicBezTo>
                  <a:pt x="128352" y="111016"/>
                  <a:pt x="127022" y="118982"/>
                  <a:pt x="125145" y="126948"/>
                </a:cubicBezTo>
                <a:cubicBezTo>
                  <a:pt x="123893" y="132025"/>
                  <a:pt x="116854" y="130463"/>
                  <a:pt x="116541" y="125699"/>
                </a:cubicBezTo>
                <a:cubicBezTo>
                  <a:pt x="115916" y="116796"/>
                  <a:pt x="116854" y="108127"/>
                  <a:pt x="119044" y="100161"/>
                </a:cubicBezTo>
                <a:cubicBezTo>
                  <a:pt x="110754" y="97037"/>
                  <a:pt x="103480" y="91570"/>
                  <a:pt x="98318" y="81730"/>
                </a:cubicBezTo>
                <a:cubicBezTo>
                  <a:pt x="94173" y="73451"/>
                  <a:pt x="93547" y="64470"/>
                  <a:pt x="95111" y="55567"/>
                </a:cubicBezTo>
                <a:close/>
                <a:moveTo>
                  <a:pt x="112582" y="29463"/>
                </a:moveTo>
                <a:cubicBezTo>
                  <a:pt x="114058" y="30732"/>
                  <a:pt x="114938" y="32958"/>
                  <a:pt x="113960" y="34871"/>
                </a:cubicBezTo>
                <a:cubicBezTo>
                  <a:pt x="111067" y="40260"/>
                  <a:pt x="108564" y="46351"/>
                  <a:pt x="106608" y="52677"/>
                </a:cubicBezTo>
                <a:cubicBezTo>
                  <a:pt x="114899" y="57832"/>
                  <a:pt x="122564" y="64158"/>
                  <a:pt x="129603" y="71499"/>
                </a:cubicBezTo>
                <a:cubicBezTo>
                  <a:pt x="132184" y="74076"/>
                  <a:pt x="128352" y="77591"/>
                  <a:pt x="125770" y="75326"/>
                </a:cubicBezTo>
                <a:cubicBezTo>
                  <a:pt x="119748" y="69937"/>
                  <a:pt x="112709" y="64470"/>
                  <a:pt x="105044" y="60019"/>
                </a:cubicBezTo>
                <a:cubicBezTo>
                  <a:pt x="104106" y="66735"/>
                  <a:pt x="104731" y="73451"/>
                  <a:pt x="108564" y="79777"/>
                </a:cubicBezTo>
                <a:cubicBezTo>
                  <a:pt x="112083" y="85557"/>
                  <a:pt x="116854" y="90008"/>
                  <a:pt x="122251" y="93522"/>
                </a:cubicBezTo>
                <a:cubicBezTo>
                  <a:pt x="131871" y="70874"/>
                  <a:pt x="153849" y="56504"/>
                  <a:pt x="182240" y="67047"/>
                </a:cubicBezTo>
                <a:cubicBezTo>
                  <a:pt x="216732" y="79777"/>
                  <a:pt x="246687" y="109142"/>
                  <a:pt x="261704" y="142880"/>
                </a:cubicBezTo>
                <a:cubicBezTo>
                  <a:pt x="268117" y="143505"/>
                  <a:pt x="274844" y="145770"/>
                  <a:pt x="280866" y="150221"/>
                </a:cubicBezTo>
                <a:cubicBezTo>
                  <a:pt x="293615" y="159749"/>
                  <a:pt x="301905" y="172870"/>
                  <a:pt x="306051" y="187162"/>
                </a:cubicBezTo>
                <a:cubicBezTo>
                  <a:pt x="319503" y="187474"/>
                  <a:pt x="333503" y="191301"/>
                  <a:pt x="343436" y="200907"/>
                </a:cubicBezTo>
                <a:cubicBezTo>
                  <a:pt x="351727" y="208873"/>
                  <a:pt x="359392" y="221290"/>
                  <a:pt x="358375" y="233396"/>
                </a:cubicBezTo>
                <a:cubicBezTo>
                  <a:pt x="413280" y="205983"/>
                  <a:pt x="480308" y="205671"/>
                  <a:pt x="535214" y="244251"/>
                </a:cubicBezTo>
                <a:cubicBezTo>
                  <a:pt x="611158" y="297436"/>
                  <a:pt x="632823" y="397167"/>
                  <a:pt x="572208" y="472062"/>
                </a:cubicBezTo>
                <a:cubicBezTo>
                  <a:pt x="448710" y="625915"/>
                  <a:pt x="163782" y="451991"/>
                  <a:pt x="292989" y="285331"/>
                </a:cubicBezTo>
                <a:cubicBezTo>
                  <a:pt x="293302" y="284706"/>
                  <a:pt x="293928" y="284706"/>
                  <a:pt x="294632" y="284394"/>
                </a:cubicBezTo>
                <a:cubicBezTo>
                  <a:pt x="304173" y="272601"/>
                  <a:pt x="315045" y="262057"/>
                  <a:pt x="326855" y="253154"/>
                </a:cubicBezTo>
                <a:cubicBezTo>
                  <a:pt x="326151" y="248390"/>
                  <a:pt x="326151" y="243548"/>
                  <a:pt x="323648" y="239097"/>
                </a:cubicBezTo>
                <a:cubicBezTo>
                  <a:pt x="319816" y="232458"/>
                  <a:pt x="313715" y="228632"/>
                  <a:pt x="306755" y="225742"/>
                </a:cubicBezTo>
                <a:cubicBezTo>
                  <a:pt x="304799" y="225117"/>
                  <a:pt x="305425" y="221915"/>
                  <a:pt x="307693" y="222540"/>
                </a:cubicBezTo>
                <a:cubicBezTo>
                  <a:pt x="319503" y="226367"/>
                  <a:pt x="330688" y="236285"/>
                  <a:pt x="333190" y="248390"/>
                </a:cubicBezTo>
                <a:cubicBezTo>
                  <a:pt x="338978" y="244564"/>
                  <a:pt x="344688" y="240737"/>
                  <a:pt x="350397" y="237535"/>
                </a:cubicBezTo>
                <a:cubicBezTo>
                  <a:pt x="350397" y="237222"/>
                  <a:pt x="350084" y="237222"/>
                  <a:pt x="350084" y="236910"/>
                </a:cubicBezTo>
                <a:cubicBezTo>
                  <a:pt x="346643" y="224492"/>
                  <a:pt x="346956" y="213324"/>
                  <a:pt x="336084" y="204421"/>
                </a:cubicBezTo>
                <a:cubicBezTo>
                  <a:pt x="327481" y="197705"/>
                  <a:pt x="317548" y="194191"/>
                  <a:pt x="307067" y="192941"/>
                </a:cubicBezTo>
                <a:cubicBezTo>
                  <a:pt x="308944" y="203406"/>
                  <a:pt x="308632" y="214574"/>
                  <a:pt x="305112" y="225430"/>
                </a:cubicBezTo>
                <a:cubicBezTo>
                  <a:pt x="304173" y="227616"/>
                  <a:pt x="302218" y="228632"/>
                  <a:pt x="300341" y="227929"/>
                </a:cubicBezTo>
                <a:cubicBezTo>
                  <a:pt x="299090" y="230818"/>
                  <a:pt x="297447" y="233708"/>
                  <a:pt x="295883" y="236598"/>
                </a:cubicBezTo>
                <a:cubicBezTo>
                  <a:pt x="288531" y="250265"/>
                  <a:pt x="274140" y="266821"/>
                  <a:pt x="296196" y="274788"/>
                </a:cubicBezTo>
                <a:cubicBezTo>
                  <a:pt x="298386" y="275412"/>
                  <a:pt x="297447" y="278927"/>
                  <a:pt x="295257" y="278302"/>
                </a:cubicBezTo>
                <a:cubicBezTo>
                  <a:pt x="285950" y="276428"/>
                  <a:pt x="276408" y="271586"/>
                  <a:pt x="276721" y="260808"/>
                </a:cubicBezTo>
                <a:cubicBezTo>
                  <a:pt x="277034" y="249015"/>
                  <a:pt x="285011" y="234645"/>
                  <a:pt x="294241" y="227616"/>
                </a:cubicBezTo>
                <a:cubicBezTo>
                  <a:pt x="294553" y="227304"/>
                  <a:pt x="295257" y="227304"/>
                  <a:pt x="295570" y="227304"/>
                </a:cubicBezTo>
                <a:cubicBezTo>
                  <a:pt x="297447" y="222852"/>
                  <a:pt x="298777" y="217776"/>
                  <a:pt x="298777" y="212700"/>
                </a:cubicBezTo>
                <a:cubicBezTo>
                  <a:pt x="298777" y="211372"/>
                  <a:pt x="299403" y="210747"/>
                  <a:pt x="300028" y="210435"/>
                </a:cubicBezTo>
                <a:cubicBezTo>
                  <a:pt x="300967" y="192238"/>
                  <a:pt x="294241" y="174119"/>
                  <a:pt x="279615" y="162639"/>
                </a:cubicBezTo>
                <a:cubicBezTo>
                  <a:pt x="271324" y="155923"/>
                  <a:pt x="259514" y="151159"/>
                  <a:pt x="248643" y="154673"/>
                </a:cubicBezTo>
                <a:cubicBezTo>
                  <a:pt x="237458" y="158500"/>
                  <a:pt x="231436" y="167091"/>
                  <a:pt x="223458" y="175057"/>
                </a:cubicBezTo>
                <a:cubicBezTo>
                  <a:pt x="220564" y="177946"/>
                  <a:pt x="214464" y="175057"/>
                  <a:pt x="216106" y="170917"/>
                </a:cubicBezTo>
                <a:cubicBezTo>
                  <a:pt x="219000" y="163889"/>
                  <a:pt x="223458" y="157875"/>
                  <a:pt x="228855" y="153111"/>
                </a:cubicBezTo>
                <a:cubicBezTo>
                  <a:pt x="222754" y="141943"/>
                  <a:pt x="211961" y="131088"/>
                  <a:pt x="200151" y="123746"/>
                </a:cubicBezTo>
                <a:cubicBezTo>
                  <a:pt x="196318" y="137492"/>
                  <a:pt x="187089" y="149597"/>
                  <a:pt x="192486" y="164591"/>
                </a:cubicBezTo>
                <a:cubicBezTo>
                  <a:pt x="198195" y="181148"/>
                  <a:pt x="215480" y="183647"/>
                  <a:pt x="231123" y="181148"/>
                </a:cubicBezTo>
                <a:cubicBezTo>
                  <a:pt x="232374" y="180836"/>
                  <a:pt x="233000" y="181148"/>
                  <a:pt x="233626" y="181773"/>
                </a:cubicBezTo>
                <a:cubicBezTo>
                  <a:pt x="245123" y="179821"/>
                  <a:pt x="257559" y="181461"/>
                  <a:pt x="266475" y="188489"/>
                </a:cubicBezTo>
                <a:cubicBezTo>
                  <a:pt x="283134" y="201832"/>
                  <a:pt x="284386" y="223790"/>
                  <a:pt x="281492" y="242924"/>
                </a:cubicBezTo>
                <a:cubicBezTo>
                  <a:pt x="280866" y="246126"/>
                  <a:pt x="275157" y="245501"/>
                  <a:pt x="275469" y="241986"/>
                </a:cubicBezTo>
                <a:cubicBezTo>
                  <a:pt x="276408" y="226992"/>
                  <a:pt x="275469" y="205358"/>
                  <a:pt x="260453" y="196455"/>
                </a:cubicBezTo>
                <a:cubicBezTo>
                  <a:pt x="244810" y="187162"/>
                  <a:pt x="231436" y="195752"/>
                  <a:pt x="215793" y="199892"/>
                </a:cubicBezTo>
                <a:cubicBezTo>
                  <a:pt x="211335" y="200907"/>
                  <a:pt x="207816" y="195440"/>
                  <a:pt x="211335" y="192238"/>
                </a:cubicBezTo>
                <a:lnTo>
                  <a:pt x="215168" y="189427"/>
                </a:lnTo>
                <a:cubicBezTo>
                  <a:pt x="202028" y="189427"/>
                  <a:pt x="189592" y="184975"/>
                  <a:pt x="183257" y="170917"/>
                </a:cubicBezTo>
                <a:cubicBezTo>
                  <a:pt x="176843" y="156235"/>
                  <a:pt x="180050" y="131400"/>
                  <a:pt x="192173" y="119295"/>
                </a:cubicBezTo>
                <a:cubicBezTo>
                  <a:pt x="191860" y="118982"/>
                  <a:pt x="191234" y="118982"/>
                  <a:pt x="190843" y="118670"/>
                </a:cubicBezTo>
                <a:cubicBezTo>
                  <a:pt x="180363" y="125386"/>
                  <a:pt x="169179" y="132728"/>
                  <a:pt x="162765" y="143193"/>
                </a:cubicBezTo>
                <a:cubicBezTo>
                  <a:pt x="164408" y="142568"/>
                  <a:pt x="165659" y="141943"/>
                  <a:pt x="166910" y="141006"/>
                </a:cubicBezTo>
                <a:cubicBezTo>
                  <a:pt x="169179" y="139366"/>
                  <a:pt x="172072" y="142880"/>
                  <a:pt x="169804" y="144833"/>
                </a:cubicBezTo>
                <a:cubicBezTo>
                  <a:pt x="165972" y="147957"/>
                  <a:pt x="162139" y="150846"/>
                  <a:pt x="158307" y="153111"/>
                </a:cubicBezTo>
                <a:cubicBezTo>
                  <a:pt x="154787" y="166153"/>
                  <a:pt x="155804" y="180836"/>
                  <a:pt x="162452" y="192941"/>
                </a:cubicBezTo>
                <a:cubicBezTo>
                  <a:pt x="180989" y="225742"/>
                  <a:pt x="216106" y="222540"/>
                  <a:pt x="241916" y="198954"/>
                </a:cubicBezTo>
                <a:cubicBezTo>
                  <a:pt x="245123" y="196455"/>
                  <a:pt x="249268" y="200595"/>
                  <a:pt x="246374" y="203406"/>
                </a:cubicBezTo>
                <a:cubicBezTo>
                  <a:pt x="219313" y="230194"/>
                  <a:pt x="174575" y="236910"/>
                  <a:pt x="153849" y="198330"/>
                </a:cubicBezTo>
                <a:cubicBezTo>
                  <a:pt x="147201" y="185600"/>
                  <a:pt x="145245" y="171855"/>
                  <a:pt x="147201" y="158812"/>
                </a:cubicBezTo>
                <a:cubicBezTo>
                  <a:pt x="142039" y="160765"/>
                  <a:pt x="136642" y="162014"/>
                  <a:pt x="131558" y="162327"/>
                </a:cubicBezTo>
                <a:lnTo>
                  <a:pt x="131558" y="162639"/>
                </a:lnTo>
                <a:cubicBezTo>
                  <a:pt x="129916" y="165841"/>
                  <a:pt x="126396" y="164904"/>
                  <a:pt x="124832" y="162639"/>
                </a:cubicBezTo>
                <a:cubicBezTo>
                  <a:pt x="104418" y="162327"/>
                  <a:pt x="84318" y="151471"/>
                  <a:pt x="71882" y="130463"/>
                </a:cubicBezTo>
                <a:cubicBezTo>
                  <a:pt x="55223" y="102426"/>
                  <a:pt x="59759" y="69937"/>
                  <a:pt x="82675" y="51428"/>
                </a:cubicBezTo>
                <a:cubicBezTo>
                  <a:pt x="79860" y="51115"/>
                  <a:pt x="77279" y="50803"/>
                  <a:pt x="74385" y="50803"/>
                </a:cubicBezTo>
                <a:cubicBezTo>
                  <a:pt x="52407" y="51428"/>
                  <a:pt x="43491" y="64470"/>
                  <a:pt x="33245" y="81730"/>
                </a:cubicBezTo>
                <a:cubicBezTo>
                  <a:pt x="30664" y="86181"/>
                  <a:pt x="23703" y="83292"/>
                  <a:pt x="24954" y="78215"/>
                </a:cubicBezTo>
                <a:cubicBezTo>
                  <a:pt x="29725" y="58144"/>
                  <a:pt x="48262" y="40572"/>
                  <a:pt x="69927" y="41275"/>
                </a:cubicBezTo>
                <a:cubicBezTo>
                  <a:pt x="77592" y="41275"/>
                  <a:pt x="84943" y="42837"/>
                  <a:pt x="91670" y="45414"/>
                </a:cubicBezTo>
                <a:cubicBezTo>
                  <a:pt x="94485" y="43774"/>
                  <a:pt x="97379" y="42525"/>
                  <a:pt x="100586" y="41275"/>
                </a:cubicBezTo>
                <a:cubicBezTo>
                  <a:pt x="102463" y="37136"/>
                  <a:pt x="105044" y="33309"/>
                  <a:pt x="107625" y="29795"/>
                </a:cubicBezTo>
                <a:cubicBezTo>
                  <a:pt x="109033" y="27881"/>
                  <a:pt x="111106" y="28194"/>
                  <a:pt x="112582" y="29463"/>
                </a:cubicBezTo>
                <a:close/>
                <a:moveTo>
                  <a:pt x="65390" y="393"/>
                </a:moveTo>
                <a:cubicBezTo>
                  <a:pt x="103213" y="3613"/>
                  <a:pt x="144947" y="26390"/>
                  <a:pt x="153239" y="60974"/>
                </a:cubicBezTo>
                <a:cubicBezTo>
                  <a:pt x="154178" y="64722"/>
                  <a:pt x="149093" y="66049"/>
                  <a:pt x="147842" y="62536"/>
                </a:cubicBezTo>
                <a:cubicBezTo>
                  <a:pt x="128363" y="7731"/>
                  <a:pt x="17281" y="-19671"/>
                  <a:pt x="9615" y="55822"/>
                </a:cubicBezTo>
                <a:cubicBezTo>
                  <a:pt x="8989" y="60272"/>
                  <a:pt x="1948" y="62224"/>
                  <a:pt x="1010" y="57149"/>
                </a:cubicBezTo>
                <a:cubicBezTo>
                  <a:pt x="-6343" y="13509"/>
                  <a:pt x="27568" y="-2827"/>
                  <a:pt x="65390" y="393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36" name="keyhole_162029">
            <a:extLst>
              <a:ext uri="{FF2B5EF4-FFF2-40B4-BE49-F238E27FC236}">
                <a16:creationId xmlns:a16="http://schemas.microsoft.com/office/drawing/2014/main" id="{73413CA6-7608-453E-9EB1-563D06825D2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221644" y="772527"/>
            <a:ext cx="812913" cy="436893"/>
          </a:xfrm>
          <a:custGeom>
            <a:avLst/>
            <a:gdLst>
              <a:gd name="connsiteX0" fmla="*/ 303421 w 606862"/>
              <a:gd name="connsiteY0" fmla="*/ 123278 h 326153"/>
              <a:gd name="connsiteX1" fmla="*/ 326351 w 606862"/>
              <a:gd name="connsiteY1" fmla="*/ 137381 h 326153"/>
              <a:gd name="connsiteX2" fmla="*/ 372860 w 606862"/>
              <a:gd name="connsiteY2" fmla="*/ 137381 h 326153"/>
              <a:gd name="connsiteX3" fmla="*/ 398482 w 606862"/>
              <a:gd name="connsiteY3" fmla="*/ 163080 h 326153"/>
              <a:gd name="connsiteX4" fmla="*/ 374067 w 606862"/>
              <a:gd name="connsiteY4" fmla="*/ 188780 h 326153"/>
              <a:gd name="connsiteX5" fmla="*/ 325980 w 606862"/>
              <a:gd name="connsiteY5" fmla="*/ 188780 h 326153"/>
              <a:gd name="connsiteX6" fmla="*/ 303421 w 606862"/>
              <a:gd name="connsiteY6" fmla="*/ 201876 h 326153"/>
              <a:gd name="connsiteX7" fmla="*/ 281234 w 606862"/>
              <a:gd name="connsiteY7" fmla="*/ 188780 h 326153"/>
              <a:gd name="connsiteX8" fmla="*/ 232776 w 606862"/>
              <a:gd name="connsiteY8" fmla="*/ 188780 h 326153"/>
              <a:gd name="connsiteX9" fmla="*/ 206968 w 606862"/>
              <a:gd name="connsiteY9" fmla="*/ 163080 h 326153"/>
              <a:gd name="connsiteX10" fmla="*/ 232776 w 606862"/>
              <a:gd name="connsiteY10" fmla="*/ 137381 h 326153"/>
              <a:gd name="connsiteX11" fmla="*/ 280492 w 606862"/>
              <a:gd name="connsiteY11" fmla="*/ 137381 h 326153"/>
              <a:gd name="connsiteX12" fmla="*/ 303421 w 606862"/>
              <a:gd name="connsiteY12" fmla="*/ 123278 h 326153"/>
              <a:gd name="connsiteX13" fmla="*/ 303431 w 606862"/>
              <a:gd name="connsiteY13" fmla="*/ 51361 h 326153"/>
              <a:gd name="connsiteX14" fmla="*/ 218660 w 606862"/>
              <a:gd name="connsiteY14" fmla="*/ 89928 h 326153"/>
              <a:gd name="connsiteX15" fmla="*/ 199347 w 606862"/>
              <a:gd name="connsiteY15" fmla="*/ 98921 h 326153"/>
              <a:gd name="connsiteX16" fmla="*/ 115783 w 606862"/>
              <a:gd name="connsiteY16" fmla="*/ 98921 h 326153"/>
              <a:gd name="connsiteX17" fmla="*/ 51531 w 606862"/>
              <a:gd name="connsiteY17" fmla="*/ 163077 h 326153"/>
              <a:gd name="connsiteX18" fmla="*/ 115783 w 606862"/>
              <a:gd name="connsiteY18" fmla="*/ 227232 h 326153"/>
              <a:gd name="connsiteX19" fmla="*/ 199347 w 606862"/>
              <a:gd name="connsiteY19" fmla="*/ 227232 h 326153"/>
              <a:gd name="connsiteX20" fmla="*/ 218660 w 606862"/>
              <a:gd name="connsiteY20" fmla="*/ 236225 h 326153"/>
              <a:gd name="connsiteX21" fmla="*/ 303431 w 606862"/>
              <a:gd name="connsiteY21" fmla="*/ 274792 h 326153"/>
              <a:gd name="connsiteX22" fmla="*/ 388202 w 606862"/>
              <a:gd name="connsiteY22" fmla="*/ 236225 h 326153"/>
              <a:gd name="connsiteX23" fmla="*/ 407515 w 606862"/>
              <a:gd name="connsiteY23" fmla="*/ 227232 h 326153"/>
              <a:gd name="connsiteX24" fmla="*/ 491079 w 606862"/>
              <a:gd name="connsiteY24" fmla="*/ 227232 h 326153"/>
              <a:gd name="connsiteX25" fmla="*/ 555331 w 606862"/>
              <a:gd name="connsiteY25" fmla="*/ 163077 h 326153"/>
              <a:gd name="connsiteX26" fmla="*/ 491079 w 606862"/>
              <a:gd name="connsiteY26" fmla="*/ 98921 h 326153"/>
              <a:gd name="connsiteX27" fmla="*/ 407515 w 606862"/>
              <a:gd name="connsiteY27" fmla="*/ 98921 h 326153"/>
              <a:gd name="connsiteX28" fmla="*/ 388202 w 606862"/>
              <a:gd name="connsiteY28" fmla="*/ 89928 h 326153"/>
              <a:gd name="connsiteX29" fmla="*/ 303431 w 606862"/>
              <a:gd name="connsiteY29" fmla="*/ 51361 h 326153"/>
              <a:gd name="connsiteX30" fmla="*/ 303431 w 606862"/>
              <a:gd name="connsiteY30" fmla="*/ 0 h 326153"/>
              <a:gd name="connsiteX31" fmla="*/ 417821 w 606862"/>
              <a:gd name="connsiteY31" fmla="*/ 47467 h 326153"/>
              <a:gd name="connsiteX32" fmla="*/ 491079 w 606862"/>
              <a:gd name="connsiteY32" fmla="*/ 47467 h 326153"/>
              <a:gd name="connsiteX33" fmla="*/ 606862 w 606862"/>
              <a:gd name="connsiteY33" fmla="*/ 163077 h 326153"/>
              <a:gd name="connsiteX34" fmla="*/ 491079 w 606862"/>
              <a:gd name="connsiteY34" fmla="*/ 278686 h 326153"/>
              <a:gd name="connsiteX35" fmla="*/ 417821 w 606862"/>
              <a:gd name="connsiteY35" fmla="*/ 278686 h 326153"/>
              <a:gd name="connsiteX36" fmla="*/ 303431 w 606862"/>
              <a:gd name="connsiteY36" fmla="*/ 326153 h 326153"/>
              <a:gd name="connsiteX37" fmla="*/ 189041 w 606862"/>
              <a:gd name="connsiteY37" fmla="*/ 278686 h 326153"/>
              <a:gd name="connsiteX38" fmla="*/ 115783 w 606862"/>
              <a:gd name="connsiteY38" fmla="*/ 278686 h 326153"/>
              <a:gd name="connsiteX39" fmla="*/ 0 w 606862"/>
              <a:gd name="connsiteY39" fmla="*/ 163077 h 326153"/>
              <a:gd name="connsiteX40" fmla="*/ 115783 w 606862"/>
              <a:gd name="connsiteY40" fmla="*/ 47467 h 326153"/>
              <a:gd name="connsiteX41" fmla="*/ 189041 w 606862"/>
              <a:gd name="connsiteY41" fmla="*/ 47467 h 326153"/>
              <a:gd name="connsiteX42" fmla="*/ 303431 w 606862"/>
              <a:gd name="connsiteY42" fmla="*/ 0 h 326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06862" h="326153">
                <a:moveTo>
                  <a:pt x="303421" y="123278"/>
                </a:moveTo>
                <a:cubicBezTo>
                  <a:pt x="313447" y="123278"/>
                  <a:pt x="322081" y="128938"/>
                  <a:pt x="326351" y="137381"/>
                </a:cubicBezTo>
                <a:lnTo>
                  <a:pt x="372860" y="137381"/>
                </a:lnTo>
                <a:cubicBezTo>
                  <a:pt x="386971" y="137381"/>
                  <a:pt x="398482" y="148885"/>
                  <a:pt x="398482" y="163080"/>
                </a:cubicBezTo>
                <a:cubicBezTo>
                  <a:pt x="398482" y="177275"/>
                  <a:pt x="388178" y="188780"/>
                  <a:pt x="374067" y="188780"/>
                </a:cubicBezTo>
                <a:lnTo>
                  <a:pt x="325980" y="188780"/>
                </a:lnTo>
                <a:cubicBezTo>
                  <a:pt x="321616" y="196852"/>
                  <a:pt x="313076" y="201876"/>
                  <a:pt x="303421" y="201876"/>
                </a:cubicBezTo>
                <a:cubicBezTo>
                  <a:pt x="294045" y="201876"/>
                  <a:pt x="285690" y="196481"/>
                  <a:pt x="281234" y="188780"/>
                </a:cubicBezTo>
                <a:lnTo>
                  <a:pt x="232776" y="188780"/>
                </a:lnTo>
                <a:cubicBezTo>
                  <a:pt x="218479" y="188780"/>
                  <a:pt x="206968" y="177275"/>
                  <a:pt x="206968" y="163080"/>
                </a:cubicBezTo>
                <a:cubicBezTo>
                  <a:pt x="206968" y="148885"/>
                  <a:pt x="218665" y="137381"/>
                  <a:pt x="232776" y="137381"/>
                </a:cubicBezTo>
                <a:lnTo>
                  <a:pt x="280492" y="137381"/>
                </a:lnTo>
                <a:cubicBezTo>
                  <a:pt x="284762" y="129031"/>
                  <a:pt x="293395" y="123278"/>
                  <a:pt x="303421" y="123278"/>
                </a:cubicBezTo>
                <a:close/>
                <a:moveTo>
                  <a:pt x="303431" y="51361"/>
                </a:moveTo>
                <a:cubicBezTo>
                  <a:pt x="271398" y="51361"/>
                  <a:pt x="240572" y="65546"/>
                  <a:pt x="218660" y="89928"/>
                </a:cubicBezTo>
                <a:cubicBezTo>
                  <a:pt x="213460" y="95120"/>
                  <a:pt x="206961" y="98921"/>
                  <a:pt x="199347" y="98921"/>
                </a:cubicBezTo>
                <a:lnTo>
                  <a:pt x="115783" y="98921"/>
                </a:lnTo>
                <a:cubicBezTo>
                  <a:pt x="79757" y="98921"/>
                  <a:pt x="51531" y="128496"/>
                  <a:pt x="51531" y="163077"/>
                </a:cubicBezTo>
                <a:cubicBezTo>
                  <a:pt x="51531" y="199048"/>
                  <a:pt x="81057" y="227232"/>
                  <a:pt x="115783" y="227232"/>
                </a:cubicBezTo>
                <a:lnTo>
                  <a:pt x="199347" y="227232"/>
                </a:lnTo>
                <a:cubicBezTo>
                  <a:pt x="207146" y="227232"/>
                  <a:pt x="213460" y="229828"/>
                  <a:pt x="218660" y="236225"/>
                </a:cubicBezTo>
                <a:cubicBezTo>
                  <a:pt x="240386" y="260700"/>
                  <a:pt x="271398" y="274792"/>
                  <a:pt x="303431" y="274792"/>
                </a:cubicBezTo>
                <a:cubicBezTo>
                  <a:pt x="335464" y="274792"/>
                  <a:pt x="366290" y="260607"/>
                  <a:pt x="388202" y="236225"/>
                </a:cubicBezTo>
                <a:cubicBezTo>
                  <a:pt x="393402" y="231033"/>
                  <a:pt x="399901" y="227232"/>
                  <a:pt x="407515" y="227232"/>
                </a:cubicBezTo>
                <a:lnTo>
                  <a:pt x="491079" y="227232"/>
                </a:lnTo>
                <a:cubicBezTo>
                  <a:pt x="527105" y="227232"/>
                  <a:pt x="555331" y="197657"/>
                  <a:pt x="555331" y="163077"/>
                </a:cubicBezTo>
                <a:cubicBezTo>
                  <a:pt x="555331" y="127105"/>
                  <a:pt x="525805" y="98921"/>
                  <a:pt x="491079" y="98921"/>
                </a:cubicBezTo>
                <a:lnTo>
                  <a:pt x="407515" y="98921"/>
                </a:lnTo>
                <a:cubicBezTo>
                  <a:pt x="399716" y="98921"/>
                  <a:pt x="393402" y="96325"/>
                  <a:pt x="388202" y="89928"/>
                </a:cubicBezTo>
                <a:cubicBezTo>
                  <a:pt x="366476" y="65453"/>
                  <a:pt x="335464" y="51361"/>
                  <a:pt x="303431" y="51361"/>
                </a:cubicBezTo>
                <a:close/>
                <a:moveTo>
                  <a:pt x="303431" y="0"/>
                </a:moveTo>
                <a:cubicBezTo>
                  <a:pt x="347163" y="0"/>
                  <a:pt x="388202" y="16688"/>
                  <a:pt x="417821" y="47467"/>
                </a:cubicBezTo>
                <a:lnTo>
                  <a:pt x="491079" y="47467"/>
                </a:lnTo>
                <a:cubicBezTo>
                  <a:pt x="554124" y="47467"/>
                  <a:pt x="606862" y="98921"/>
                  <a:pt x="606862" y="163077"/>
                </a:cubicBezTo>
                <a:cubicBezTo>
                  <a:pt x="606862" y="226027"/>
                  <a:pt x="555331" y="278686"/>
                  <a:pt x="491079" y="278686"/>
                </a:cubicBezTo>
                <a:lnTo>
                  <a:pt x="417821" y="278686"/>
                </a:lnTo>
                <a:cubicBezTo>
                  <a:pt x="388202" y="308168"/>
                  <a:pt x="347163" y="326153"/>
                  <a:pt x="303431" y="326153"/>
                </a:cubicBezTo>
                <a:cubicBezTo>
                  <a:pt x="259699" y="326153"/>
                  <a:pt x="218660" y="309465"/>
                  <a:pt x="189041" y="278686"/>
                </a:cubicBezTo>
                <a:lnTo>
                  <a:pt x="115783" y="278686"/>
                </a:lnTo>
                <a:cubicBezTo>
                  <a:pt x="52738" y="278686"/>
                  <a:pt x="0" y="227232"/>
                  <a:pt x="0" y="163077"/>
                </a:cubicBezTo>
                <a:cubicBezTo>
                  <a:pt x="0" y="100126"/>
                  <a:pt x="51531" y="47467"/>
                  <a:pt x="115783" y="47467"/>
                </a:cubicBezTo>
                <a:lnTo>
                  <a:pt x="189041" y="47467"/>
                </a:lnTo>
                <a:cubicBezTo>
                  <a:pt x="219867" y="16688"/>
                  <a:pt x="260999" y="0"/>
                  <a:pt x="303431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37" name="email_116955">
            <a:extLst>
              <a:ext uri="{FF2B5EF4-FFF2-40B4-BE49-F238E27FC236}">
                <a16:creationId xmlns:a16="http://schemas.microsoft.com/office/drawing/2014/main" id="{50DEFBB6-62DB-44FE-A407-E0E501AA22D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291999" y="292744"/>
            <a:ext cx="603589" cy="602637"/>
          </a:xfrm>
          <a:custGeom>
            <a:avLst/>
            <a:gdLst>
              <a:gd name="T0" fmla="*/ 3898 w 6533"/>
              <a:gd name="T1" fmla="*/ 4446 h 6532"/>
              <a:gd name="T2" fmla="*/ 3577 w 6533"/>
              <a:gd name="T3" fmla="*/ 4106 h 6532"/>
              <a:gd name="T4" fmla="*/ 2397 w 6533"/>
              <a:gd name="T5" fmla="*/ 2966 h 6532"/>
              <a:gd name="T6" fmla="*/ 1217 w 6533"/>
              <a:gd name="T7" fmla="*/ 4106 h 6532"/>
              <a:gd name="T8" fmla="*/ 896 w 6533"/>
              <a:gd name="T9" fmla="*/ 4446 h 6532"/>
              <a:gd name="T10" fmla="*/ 544 w 6533"/>
              <a:gd name="T11" fmla="*/ 4446 h 6532"/>
              <a:gd name="T12" fmla="*/ 544 w 6533"/>
              <a:gd name="T13" fmla="*/ 873 h 6532"/>
              <a:gd name="T14" fmla="*/ 3086 w 6533"/>
              <a:gd name="T15" fmla="*/ 3106 h 6532"/>
              <a:gd name="T16" fmla="*/ 3445 w 6533"/>
              <a:gd name="T17" fmla="*/ 3106 h 6532"/>
              <a:gd name="T18" fmla="*/ 5989 w 6533"/>
              <a:gd name="T19" fmla="*/ 873 h 6532"/>
              <a:gd name="T20" fmla="*/ 5989 w 6533"/>
              <a:gd name="T21" fmla="*/ 4446 h 6532"/>
              <a:gd name="T22" fmla="*/ 3898 w 6533"/>
              <a:gd name="T23" fmla="*/ 4446 h 6532"/>
              <a:gd name="T24" fmla="*/ 6261 w 6533"/>
              <a:gd name="T25" fmla="*/ 0 h 6532"/>
              <a:gd name="T26" fmla="*/ 272 w 6533"/>
              <a:gd name="T27" fmla="*/ 0 h 6532"/>
              <a:gd name="T28" fmla="*/ 0 w 6533"/>
              <a:gd name="T29" fmla="*/ 272 h 6532"/>
              <a:gd name="T30" fmla="*/ 0 w 6533"/>
              <a:gd name="T31" fmla="*/ 4718 h 6532"/>
              <a:gd name="T32" fmla="*/ 272 w 6533"/>
              <a:gd name="T33" fmla="*/ 4990 h 6532"/>
              <a:gd name="T34" fmla="*/ 896 w 6533"/>
              <a:gd name="T35" fmla="*/ 4990 h 6532"/>
              <a:gd name="T36" fmla="*/ 896 w 6533"/>
              <a:gd name="T37" fmla="*/ 6260 h 6532"/>
              <a:gd name="T38" fmla="*/ 1168 w 6533"/>
              <a:gd name="T39" fmla="*/ 6532 h 6532"/>
              <a:gd name="T40" fmla="*/ 3626 w 6533"/>
              <a:gd name="T41" fmla="*/ 6532 h 6532"/>
              <a:gd name="T42" fmla="*/ 3898 w 6533"/>
              <a:gd name="T43" fmla="*/ 6260 h 6532"/>
              <a:gd name="T44" fmla="*/ 3898 w 6533"/>
              <a:gd name="T45" fmla="*/ 4990 h 6532"/>
              <a:gd name="T46" fmla="*/ 6261 w 6533"/>
              <a:gd name="T47" fmla="*/ 4990 h 6532"/>
              <a:gd name="T48" fmla="*/ 6533 w 6533"/>
              <a:gd name="T49" fmla="*/ 4718 h 6532"/>
              <a:gd name="T50" fmla="*/ 6533 w 6533"/>
              <a:gd name="T51" fmla="*/ 272 h 6532"/>
              <a:gd name="T52" fmla="*/ 6261 w 6533"/>
              <a:gd name="T53" fmla="*/ 0 h 6532"/>
              <a:gd name="T54" fmla="*/ 5538 w 6533"/>
              <a:gd name="T55" fmla="*/ 544 h 6532"/>
              <a:gd name="T56" fmla="*/ 3266 w 6533"/>
              <a:gd name="T57" fmla="*/ 2540 h 6532"/>
              <a:gd name="T58" fmla="*/ 994 w 6533"/>
              <a:gd name="T59" fmla="*/ 544 h 6532"/>
              <a:gd name="T60" fmla="*/ 5538 w 6533"/>
              <a:gd name="T61" fmla="*/ 544 h 6532"/>
              <a:gd name="T62" fmla="*/ 3354 w 6533"/>
              <a:gd name="T63" fmla="*/ 5989 h 6532"/>
              <a:gd name="T64" fmla="*/ 1440 w 6533"/>
              <a:gd name="T65" fmla="*/ 5989 h 6532"/>
              <a:gd name="T66" fmla="*/ 1440 w 6533"/>
              <a:gd name="T67" fmla="*/ 4650 h 6532"/>
              <a:gd name="T68" fmla="*/ 3354 w 6533"/>
              <a:gd name="T69" fmla="*/ 4650 h 6532"/>
              <a:gd name="T70" fmla="*/ 3354 w 6533"/>
              <a:gd name="T71" fmla="*/ 5989 h 6532"/>
              <a:gd name="T72" fmla="*/ 1764 w 6533"/>
              <a:gd name="T73" fmla="*/ 4106 h 6532"/>
              <a:gd name="T74" fmla="*/ 2398 w 6533"/>
              <a:gd name="T75" fmla="*/ 3510 h 6532"/>
              <a:gd name="T76" fmla="*/ 3033 w 6533"/>
              <a:gd name="T77" fmla="*/ 4106 h 6532"/>
              <a:gd name="T78" fmla="*/ 1764 w 6533"/>
              <a:gd name="T79" fmla="*/ 4106 h 6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6533" h="6532">
                <a:moveTo>
                  <a:pt x="3898" y="4446"/>
                </a:moveTo>
                <a:cubicBezTo>
                  <a:pt x="3924" y="4074"/>
                  <a:pt x="3577" y="4106"/>
                  <a:pt x="3577" y="4106"/>
                </a:cubicBezTo>
                <a:cubicBezTo>
                  <a:pt x="3536" y="3470"/>
                  <a:pt x="3013" y="2966"/>
                  <a:pt x="2397" y="2966"/>
                </a:cubicBezTo>
                <a:cubicBezTo>
                  <a:pt x="1261" y="2966"/>
                  <a:pt x="1217" y="4106"/>
                  <a:pt x="1217" y="4106"/>
                </a:cubicBezTo>
                <a:cubicBezTo>
                  <a:pt x="860" y="4088"/>
                  <a:pt x="896" y="4446"/>
                  <a:pt x="896" y="4446"/>
                </a:cubicBezTo>
                <a:lnTo>
                  <a:pt x="544" y="4446"/>
                </a:lnTo>
                <a:lnTo>
                  <a:pt x="544" y="873"/>
                </a:lnTo>
                <a:lnTo>
                  <a:pt x="3086" y="3106"/>
                </a:lnTo>
                <a:cubicBezTo>
                  <a:pt x="3236" y="3232"/>
                  <a:pt x="3405" y="3150"/>
                  <a:pt x="3445" y="3106"/>
                </a:cubicBezTo>
                <a:lnTo>
                  <a:pt x="5989" y="873"/>
                </a:lnTo>
                <a:lnTo>
                  <a:pt x="5989" y="4446"/>
                </a:lnTo>
                <a:lnTo>
                  <a:pt x="3898" y="4446"/>
                </a:lnTo>
                <a:close/>
                <a:moveTo>
                  <a:pt x="6261" y="0"/>
                </a:moveTo>
                <a:lnTo>
                  <a:pt x="272" y="0"/>
                </a:lnTo>
                <a:cubicBezTo>
                  <a:pt x="121" y="0"/>
                  <a:pt x="0" y="121"/>
                  <a:pt x="0" y="272"/>
                </a:cubicBezTo>
                <a:lnTo>
                  <a:pt x="0" y="4718"/>
                </a:lnTo>
                <a:cubicBezTo>
                  <a:pt x="0" y="4869"/>
                  <a:pt x="121" y="4990"/>
                  <a:pt x="272" y="4990"/>
                </a:cubicBezTo>
                <a:lnTo>
                  <a:pt x="896" y="4990"/>
                </a:lnTo>
                <a:lnTo>
                  <a:pt x="896" y="6260"/>
                </a:lnTo>
                <a:cubicBezTo>
                  <a:pt x="896" y="6410"/>
                  <a:pt x="1017" y="6532"/>
                  <a:pt x="1168" y="6532"/>
                </a:cubicBezTo>
                <a:lnTo>
                  <a:pt x="3626" y="6532"/>
                </a:lnTo>
                <a:cubicBezTo>
                  <a:pt x="3777" y="6532"/>
                  <a:pt x="3898" y="6410"/>
                  <a:pt x="3898" y="6260"/>
                </a:cubicBezTo>
                <a:lnTo>
                  <a:pt x="3898" y="4990"/>
                </a:lnTo>
                <a:lnTo>
                  <a:pt x="6261" y="4990"/>
                </a:lnTo>
                <a:cubicBezTo>
                  <a:pt x="6412" y="4990"/>
                  <a:pt x="6533" y="4869"/>
                  <a:pt x="6533" y="4718"/>
                </a:cubicBezTo>
                <a:lnTo>
                  <a:pt x="6533" y="272"/>
                </a:lnTo>
                <a:cubicBezTo>
                  <a:pt x="6533" y="121"/>
                  <a:pt x="6412" y="0"/>
                  <a:pt x="6261" y="0"/>
                </a:cubicBezTo>
                <a:close/>
                <a:moveTo>
                  <a:pt x="5538" y="544"/>
                </a:moveTo>
                <a:lnTo>
                  <a:pt x="3266" y="2540"/>
                </a:lnTo>
                <a:lnTo>
                  <a:pt x="994" y="544"/>
                </a:lnTo>
                <a:lnTo>
                  <a:pt x="5538" y="544"/>
                </a:lnTo>
                <a:close/>
                <a:moveTo>
                  <a:pt x="3354" y="5989"/>
                </a:moveTo>
                <a:lnTo>
                  <a:pt x="1440" y="5989"/>
                </a:lnTo>
                <a:lnTo>
                  <a:pt x="1440" y="4650"/>
                </a:lnTo>
                <a:lnTo>
                  <a:pt x="3354" y="4650"/>
                </a:lnTo>
                <a:lnTo>
                  <a:pt x="3354" y="5989"/>
                </a:lnTo>
                <a:close/>
                <a:moveTo>
                  <a:pt x="1764" y="4106"/>
                </a:moveTo>
                <a:cubicBezTo>
                  <a:pt x="1802" y="3770"/>
                  <a:pt x="2072" y="3510"/>
                  <a:pt x="2398" y="3510"/>
                </a:cubicBezTo>
                <a:cubicBezTo>
                  <a:pt x="2725" y="3510"/>
                  <a:pt x="2994" y="3772"/>
                  <a:pt x="3033" y="4106"/>
                </a:cubicBezTo>
                <a:lnTo>
                  <a:pt x="1764" y="4106"/>
                </a:ln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38" name="link-symbol-in-a-square-with-down-arrow_51491">
            <a:extLst>
              <a:ext uri="{FF2B5EF4-FFF2-40B4-BE49-F238E27FC236}">
                <a16:creationId xmlns:a16="http://schemas.microsoft.com/office/drawing/2014/main" id="{9C569CAA-3E55-48C7-922D-B3414FE30FB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544042" y="-172337"/>
            <a:ext cx="625380" cy="812913"/>
          </a:xfrm>
          <a:custGeom>
            <a:avLst/>
            <a:gdLst>
              <a:gd name="connsiteX0" fmla="*/ 175029 w 459528"/>
              <a:gd name="connsiteY0" fmla="*/ 480333 h 597326"/>
              <a:gd name="connsiteX1" fmla="*/ 284499 w 459528"/>
              <a:gd name="connsiteY1" fmla="*/ 480333 h 597326"/>
              <a:gd name="connsiteX2" fmla="*/ 228569 w 459528"/>
              <a:gd name="connsiteY2" fmla="*/ 597326 h 597326"/>
              <a:gd name="connsiteX3" fmla="*/ 266019 w 459528"/>
              <a:gd name="connsiteY3" fmla="*/ 228187 h 597326"/>
              <a:gd name="connsiteX4" fmla="*/ 250059 w 459528"/>
              <a:gd name="connsiteY4" fmla="*/ 233977 h 597326"/>
              <a:gd name="connsiteX5" fmla="*/ 270144 w 459528"/>
              <a:gd name="connsiteY5" fmla="*/ 254034 h 597326"/>
              <a:gd name="connsiteX6" fmla="*/ 270144 w 459528"/>
              <a:gd name="connsiteY6" fmla="*/ 272658 h 597326"/>
              <a:gd name="connsiteX7" fmla="*/ 251494 w 459528"/>
              <a:gd name="connsiteY7" fmla="*/ 272658 h 597326"/>
              <a:gd name="connsiteX8" fmla="*/ 231409 w 459528"/>
              <a:gd name="connsiteY8" fmla="*/ 252601 h 597326"/>
              <a:gd name="connsiteX9" fmla="*/ 232365 w 459528"/>
              <a:gd name="connsiteY9" fmla="*/ 284119 h 597326"/>
              <a:gd name="connsiteX10" fmla="*/ 288794 w 459528"/>
              <a:gd name="connsiteY10" fmla="*/ 340470 h 597326"/>
              <a:gd name="connsiteX11" fmla="*/ 320834 w 459528"/>
              <a:gd name="connsiteY11" fmla="*/ 340470 h 597326"/>
              <a:gd name="connsiteX12" fmla="*/ 338049 w 459528"/>
              <a:gd name="connsiteY12" fmla="*/ 323278 h 597326"/>
              <a:gd name="connsiteX13" fmla="*/ 338049 w 459528"/>
              <a:gd name="connsiteY13" fmla="*/ 291283 h 597326"/>
              <a:gd name="connsiteX14" fmla="*/ 281621 w 459528"/>
              <a:gd name="connsiteY14" fmla="*/ 234932 h 597326"/>
              <a:gd name="connsiteX15" fmla="*/ 266019 w 459528"/>
              <a:gd name="connsiteY15" fmla="*/ 228187 h 597326"/>
              <a:gd name="connsiteX16" fmla="*/ 154418 w 459528"/>
              <a:gd name="connsiteY16" fmla="*/ 117337 h 597326"/>
              <a:gd name="connsiteX17" fmla="*/ 138159 w 459528"/>
              <a:gd name="connsiteY17" fmla="*/ 124142 h 597326"/>
              <a:gd name="connsiteX18" fmla="*/ 121421 w 459528"/>
              <a:gd name="connsiteY18" fmla="*/ 140856 h 597326"/>
              <a:gd name="connsiteX19" fmla="*/ 121421 w 459528"/>
              <a:gd name="connsiteY19" fmla="*/ 173329 h 597326"/>
              <a:gd name="connsiteX20" fmla="*/ 177850 w 459528"/>
              <a:gd name="connsiteY20" fmla="*/ 229679 h 597326"/>
              <a:gd name="connsiteX21" fmla="*/ 209412 w 459528"/>
              <a:gd name="connsiteY21" fmla="*/ 230157 h 597326"/>
              <a:gd name="connsiteX22" fmla="*/ 189805 w 459528"/>
              <a:gd name="connsiteY22" fmla="*/ 211055 h 597326"/>
              <a:gd name="connsiteX23" fmla="*/ 189805 w 459528"/>
              <a:gd name="connsiteY23" fmla="*/ 192431 h 597326"/>
              <a:gd name="connsiteX24" fmla="*/ 208455 w 459528"/>
              <a:gd name="connsiteY24" fmla="*/ 192431 h 597326"/>
              <a:gd name="connsiteX25" fmla="*/ 227583 w 459528"/>
              <a:gd name="connsiteY25" fmla="*/ 211533 h 597326"/>
              <a:gd name="connsiteX26" fmla="*/ 227105 w 459528"/>
              <a:gd name="connsiteY26" fmla="*/ 180492 h 597326"/>
              <a:gd name="connsiteX27" fmla="*/ 170677 w 459528"/>
              <a:gd name="connsiteY27" fmla="*/ 124142 h 597326"/>
              <a:gd name="connsiteX28" fmla="*/ 154418 w 459528"/>
              <a:gd name="connsiteY28" fmla="*/ 117337 h 597326"/>
              <a:gd name="connsiteX29" fmla="*/ 154418 w 459528"/>
              <a:gd name="connsiteY29" fmla="*/ 97758 h 597326"/>
              <a:gd name="connsiteX30" fmla="*/ 184545 w 459528"/>
              <a:gd name="connsiteY30" fmla="*/ 110293 h 597326"/>
              <a:gd name="connsiteX31" fmla="*/ 240973 w 459528"/>
              <a:gd name="connsiteY31" fmla="*/ 166643 h 597326"/>
              <a:gd name="connsiteX32" fmla="*/ 250537 w 459528"/>
              <a:gd name="connsiteY32" fmla="*/ 211533 h 597326"/>
              <a:gd name="connsiteX33" fmla="*/ 295489 w 459528"/>
              <a:gd name="connsiteY33" fmla="*/ 221083 h 597326"/>
              <a:gd name="connsiteX34" fmla="*/ 351917 w 459528"/>
              <a:gd name="connsiteY34" fmla="*/ 277434 h 597326"/>
              <a:gd name="connsiteX35" fmla="*/ 351917 w 459528"/>
              <a:gd name="connsiteY35" fmla="*/ 337127 h 597326"/>
              <a:gd name="connsiteX36" fmla="*/ 334702 w 459528"/>
              <a:gd name="connsiteY36" fmla="*/ 354318 h 597326"/>
              <a:gd name="connsiteX37" fmla="*/ 274926 w 459528"/>
              <a:gd name="connsiteY37" fmla="*/ 354318 h 597326"/>
              <a:gd name="connsiteX38" fmla="*/ 218497 w 459528"/>
              <a:gd name="connsiteY38" fmla="*/ 297968 h 597326"/>
              <a:gd name="connsiteX39" fmla="*/ 208933 w 459528"/>
              <a:gd name="connsiteY39" fmla="*/ 253079 h 597326"/>
              <a:gd name="connsiteX40" fmla="*/ 163982 w 459528"/>
              <a:gd name="connsiteY40" fmla="*/ 243528 h 597326"/>
              <a:gd name="connsiteX41" fmla="*/ 107553 w 459528"/>
              <a:gd name="connsiteY41" fmla="*/ 187178 h 597326"/>
              <a:gd name="connsiteX42" fmla="*/ 107553 w 459528"/>
              <a:gd name="connsiteY42" fmla="*/ 127007 h 597326"/>
              <a:gd name="connsiteX43" fmla="*/ 124291 w 459528"/>
              <a:gd name="connsiteY43" fmla="*/ 110293 h 597326"/>
              <a:gd name="connsiteX44" fmla="*/ 154418 w 459528"/>
              <a:gd name="connsiteY44" fmla="*/ 97758 h 597326"/>
              <a:gd name="connsiteX45" fmla="*/ 43036 w 459528"/>
              <a:gd name="connsiteY45" fmla="*/ 42971 h 597326"/>
              <a:gd name="connsiteX46" fmla="*/ 43036 w 459528"/>
              <a:gd name="connsiteY46" fmla="*/ 407269 h 597326"/>
              <a:gd name="connsiteX47" fmla="*/ 416492 w 459528"/>
              <a:gd name="connsiteY47" fmla="*/ 407269 h 597326"/>
              <a:gd name="connsiteX48" fmla="*/ 416492 w 459528"/>
              <a:gd name="connsiteY48" fmla="*/ 42971 h 597326"/>
              <a:gd name="connsiteX49" fmla="*/ 0 w 459528"/>
              <a:gd name="connsiteY49" fmla="*/ 0 h 597326"/>
              <a:gd name="connsiteX50" fmla="*/ 459528 w 459528"/>
              <a:gd name="connsiteY50" fmla="*/ 0 h 597326"/>
              <a:gd name="connsiteX51" fmla="*/ 459528 w 459528"/>
              <a:gd name="connsiteY51" fmla="*/ 450240 h 597326"/>
              <a:gd name="connsiteX52" fmla="*/ 0 w 459528"/>
              <a:gd name="connsiteY52" fmla="*/ 450240 h 597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459528" h="597326">
                <a:moveTo>
                  <a:pt x="175029" y="480333"/>
                </a:moveTo>
                <a:lnTo>
                  <a:pt x="284499" y="480333"/>
                </a:lnTo>
                <a:lnTo>
                  <a:pt x="228569" y="597326"/>
                </a:lnTo>
                <a:close/>
                <a:moveTo>
                  <a:pt x="266019" y="228187"/>
                </a:moveTo>
                <a:cubicBezTo>
                  <a:pt x="260341" y="228008"/>
                  <a:pt x="254602" y="229918"/>
                  <a:pt x="250059" y="233977"/>
                </a:cubicBezTo>
                <a:lnTo>
                  <a:pt x="270144" y="254034"/>
                </a:lnTo>
                <a:cubicBezTo>
                  <a:pt x="274926" y="259287"/>
                  <a:pt x="274926" y="267405"/>
                  <a:pt x="270144" y="272658"/>
                </a:cubicBezTo>
                <a:cubicBezTo>
                  <a:pt x="264884" y="277434"/>
                  <a:pt x="256754" y="277434"/>
                  <a:pt x="251494" y="272658"/>
                </a:cubicBezTo>
                <a:lnTo>
                  <a:pt x="231409" y="252601"/>
                </a:lnTo>
                <a:cubicBezTo>
                  <a:pt x="223280" y="261675"/>
                  <a:pt x="223758" y="275524"/>
                  <a:pt x="232365" y="284119"/>
                </a:cubicBezTo>
                <a:lnTo>
                  <a:pt x="288794" y="340470"/>
                </a:lnTo>
                <a:cubicBezTo>
                  <a:pt x="297402" y="349065"/>
                  <a:pt x="312226" y="349065"/>
                  <a:pt x="320834" y="340470"/>
                </a:cubicBezTo>
                <a:lnTo>
                  <a:pt x="338049" y="323278"/>
                </a:lnTo>
                <a:cubicBezTo>
                  <a:pt x="346657" y="314682"/>
                  <a:pt x="346657" y="299878"/>
                  <a:pt x="338049" y="291283"/>
                </a:cubicBezTo>
                <a:lnTo>
                  <a:pt x="281621" y="234932"/>
                </a:lnTo>
                <a:cubicBezTo>
                  <a:pt x="277317" y="230634"/>
                  <a:pt x="271698" y="228366"/>
                  <a:pt x="266019" y="228187"/>
                </a:cubicBezTo>
                <a:close/>
                <a:moveTo>
                  <a:pt x="154418" y="117337"/>
                </a:moveTo>
                <a:cubicBezTo>
                  <a:pt x="148560" y="117337"/>
                  <a:pt x="142702" y="119606"/>
                  <a:pt x="138159" y="124142"/>
                </a:cubicBezTo>
                <a:lnTo>
                  <a:pt x="121421" y="140856"/>
                </a:lnTo>
                <a:cubicBezTo>
                  <a:pt x="112336" y="149929"/>
                  <a:pt x="112336" y="164256"/>
                  <a:pt x="121421" y="173329"/>
                </a:cubicBezTo>
                <a:lnTo>
                  <a:pt x="177850" y="229679"/>
                </a:lnTo>
                <a:cubicBezTo>
                  <a:pt x="186458" y="238275"/>
                  <a:pt x="200326" y="238275"/>
                  <a:pt x="209412" y="230157"/>
                </a:cubicBezTo>
                <a:lnTo>
                  <a:pt x="189805" y="211055"/>
                </a:lnTo>
                <a:cubicBezTo>
                  <a:pt x="184545" y="205802"/>
                  <a:pt x="184545" y="197684"/>
                  <a:pt x="189805" y="192431"/>
                </a:cubicBezTo>
                <a:cubicBezTo>
                  <a:pt x="195065" y="187178"/>
                  <a:pt x="203195" y="187178"/>
                  <a:pt x="208455" y="192431"/>
                </a:cubicBezTo>
                <a:lnTo>
                  <a:pt x="227583" y="211533"/>
                </a:lnTo>
                <a:cubicBezTo>
                  <a:pt x="235713" y="202937"/>
                  <a:pt x="235713" y="189088"/>
                  <a:pt x="227105" y="180492"/>
                </a:cubicBezTo>
                <a:lnTo>
                  <a:pt x="170677" y="124142"/>
                </a:lnTo>
                <a:cubicBezTo>
                  <a:pt x="166134" y="119606"/>
                  <a:pt x="160276" y="117337"/>
                  <a:pt x="154418" y="117337"/>
                </a:cubicBezTo>
                <a:close/>
                <a:moveTo>
                  <a:pt x="154418" y="97758"/>
                </a:moveTo>
                <a:cubicBezTo>
                  <a:pt x="165297" y="97758"/>
                  <a:pt x="176176" y="101936"/>
                  <a:pt x="184545" y="110293"/>
                </a:cubicBezTo>
                <a:lnTo>
                  <a:pt x="240973" y="166643"/>
                </a:lnTo>
                <a:cubicBezTo>
                  <a:pt x="252928" y="178582"/>
                  <a:pt x="256276" y="196251"/>
                  <a:pt x="250537" y="211533"/>
                </a:cubicBezTo>
                <a:cubicBezTo>
                  <a:pt x="265840" y="205802"/>
                  <a:pt x="283534" y="209145"/>
                  <a:pt x="295489" y="221083"/>
                </a:cubicBezTo>
                <a:lnTo>
                  <a:pt x="351917" y="277434"/>
                </a:lnTo>
                <a:cubicBezTo>
                  <a:pt x="368176" y="293670"/>
                  <a:pt x="368176" y="320890"/>
                  <a:pt x="351917" y="337127"/>
                </a:cubicBezTo>
                <a:lnTo>
                  <a:pt x="334702" y="354318"/>
                </a:lnTo>
                <a:cubicBezTo>
                  <a:pt x="318443" y="370555"/>
                  <a:pt x="291185" y="370555"/>
                  <a:pt x="274926" y="354318"/>
                </a:cubicBezTo>
                <a:lnTo>
                  <a:pt x="218497" y="297968"/>
                </a:lnTo>
                <a:cubicBezTo>
                  <a:pt x="206542" y="286030"/>
                  <a:pt x="203195" y="267883"/>
                  <a:pt x="208933" y="253079"/>
                </a:cubicBezTo>
                <a:cubicBezTo>
                  <a:pt x="193631" y="258810"/>
                  <a:pt x="175937" y="255467"/>
                  <a:pt x="163982" y="243528"/>
                </a:cubicBezTo>
                <a:lnTo>
                  <a:pt x="107553" y="187178"/>
                </a:lnTo>
                <a:cubicBezTo>
                  <a:pt x="90816" y="170464"/>
                  <a:pt x="90816" y="143721"/>
                  <a:pt x="107553" y="127007"/>
                </a:cubicBezTo>
                <a:lnTo>
                  <a:pt x="124291" y="110293"/>
                </a:lnTo>
                <a:cubicBezTo>
                  <a:pt x="132659" y="101936"/>
                  <a:pt x="143539" y="97758"/>
                  <a:pt x="154418" y="97758"/>
                </a:cubicBezTo>
                <a:close/>
                <a:moveTo>
                  <a:pt x="43036" y="42971"/>
                </a:moveTo>
                <a:lnTo>
                  <a:pt x="43036" y="407269"/>
                </a:lnTo>
                <a:lnTo>
                  <a:pt x="416492" y="407269"/>
                </a:lnTo>
                <a:lnTo>
                  <a:pt x="416492" y="42971"/>
                </a:lnTo>
                <a:close/>
                <a:moveTo>
                  <a:pt x="0" y="0"/>
                </a:moveTo>
                <a:lnTo>
                  <a:pt x="459528" y="0"/>
                </a:lnTo>
                <a:lnTo>
                  <a:pt x="459528" y="450240"/>
                </a:lnTo>
                <a:lnTo>
                  <a:pt x="0" y="450240"/>
                </a:ln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sp>
        <p:nvSpPr>
          <p:cNvPr id="39" name="text-lines_354027">
            <a:extLst>
              <a:ext uri="{FF2B5EF4-FFF2-40B4-BE49-F238E27FC236}">
                <a16:creationId xmlns:a16="http://schemas.microsoft.com/office/drawing/2014/main" id="{CB041FCE-2DE5-469A-93A4-2EF2259DDD8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0717140" y="49088"/>
            <a:ext cx="645280" cy="812913"/>
          </a:xfrm>
          <a:custGeom>
            <a:avLst/>
            <a:gdLst>
              <a:gd name="connsiteX0" fmla="*/ 387801 w 481609"/>
              <a:gd name="connsiteY0" fmla="*/ 503202 h 606722"/>
              <a:gd name="connsiteX1" fmla="*/ 408080 w 481609"/>
              <a:gd name="connsiteY1" fmla="*/ 523470 h 606722"/>
              <a:gd name="connsiteX2" fmla="*/ 397585 w 481609"/>
              <a:gd name="connsiteY2" fmla="*/ 541249 h 606722"/>
              <a:gd name="connsiteX3" fmla="*/ 397585 w 481609"/>
              <a:gd name="connsiteY3" fmla="*/ 554939 h 606722"/>
              <a:gd name="connsiteX4" fmla="*/ 387801 w 481609"/>
              <a:gd name="connsiteY4" fmla="*/ 564806 h 606722"/>
              <a:gd name="connsiteX5" fmla="*/ 377929 w 481609"/>
              <a:gd name="connsiteY5" fmla="*/ 554939 h 606722"/>
              <a:gd name="connsiteX6" fmla="*/ 377929 w 481609"/>
              <a:gd name="connsiteY6" fmla="*/ 541249 h 606722"/>
              <a:gd name="connsiteX7" fmla="*/ 367434 w 481609"/>
              <a:gd name="connsiteY7" fmla="*/ 523470 h 606722"/>
              <a:gd name="connsiteX8" fmla="*/ 387801 w 481609"/>
              <a:gd name="connsiteY8" fmla="*/ 503202 h 606722"/>
              <a:gd name="connsiteX9" fmla="*/ 324789 w 481609"/>
              <a:gd name="connsiteY9" fmla="*/ 480872 h 606722"/>
              <a:gd name="connsiteX10" fmla="*/ 313663 w 481609"/>
              <a:gd name="connsiteY10" fmla="*/ 492071 h 606722"/>
              <a:gd name="connsiteX11" fmla="*/ 313663 w 481609"/>
              <a:gd name="connsiteY11" fmla="*/ 575882 h 606722"/>
              <a:gd name="connsiteX12" fmla="*/ 324789 w 481609"/>
              <a:gd name="connsiteY12" fmla="*/ 587080 h 606722"/>
              <a:gd name="connsiteX13" fmla="*/ 450726 w 481609"/>
              <a:gd name="connsiteY13" fmla="*/ 587080 h 606722"/>
              <a:gd name="connsiteX14" fmla="*/ 461940 w 481609"/>
              <a:gd name="connsiteY14" fmla="*/ 575882 h 606722"/>
              <a:gd name="connsiteX15" fmla="*/ 461940 w 481609"/>
              <a:gd name="connsiteY15" fmla="*/ 492071 h 606722"/>
              <a:gd name="connsiteX16" fmla="*/ 450726 w 481609"/>
              <a:gd name="connsiteY16" fmla="*/ 480872 h 606722"/>
              <a:gd name="connsiteX17" fmla="*/ 198851 w 481609"/>
              <a:gd name="connsiteY17" fmla="*/ 408786 h 606722"/>
              <a:gd name="connsiteX18" fmla="*/ 282758 w 481609"/>
              <a:gd name="connsiteY18" fmla="*/ 408786 h 606722"/>
              <a:gd name="connsiteX19" fmla="*/ 292635 w 481609"/>
              <a:gd name="connsiteY19" fmla="*/ 418675 h 606722"/>
              <a:gd name="connsiteX20" fmla="*/ 282758 w 481609"/>
              <a:gd name="connsiteY20" fmla="*/ 428474 h 606722"/>
              <a:gd name="connsiteX21" fmla="*/ 198851 w 481609"/>
              <a:gd name="connsiteY21" fmla="*/ 428474 h 606722"/>
              <a:gd name="connsiteX22" fmla="*/ 188974 w 481609"/>
              <a:gd name="connsiteY22" fmla="*/ 418675 h 606722"/>
              <a:gd name="connsiteX23" fmla="*/ 198851 w 481609"/>
              <a:gd name="connsiteY23" fmla="*/ 408786 h 606722"/>
              <a:gd name="connsiteX24" fmla="*/ 83334 w 481609"/>
              <a:gd name="connsiteY24" fmla="*/ 408786 h 606722"/>
              <a:gd name="connsiteX25" fmla="*/ 156819 w 481609"/>
              <a:gd name="connsiteY25" fmla="*/ 408786 h 606722"/>
              <a:gd name="connsiteX26" fmla="*/ 166605 w 481609"/>
              <a:gd name="connsiteY26" fmla="*/ 418675 h 606722"/>
              <a:gd name="connsiteX27" fmla="*/ 156819 w 481609"/>
              <a:gd name="connsiteY27" fmla="*/ 428474 h 606722"/>
              <a:gd name="connsiteX28" fmla="*/ 83334 w 481609"/>
              <a:gd name="connsiteY28" fmla="*/ 428474 h 606722"/>
              <a:gd name="connsiteX29" fmla="*/ 73459 w 481609"/>
              <a:gd name="connsiteY29" fmla="*/ 418675 h 606722"/>
              <a:gd name="connsiteX30" fmla="*/ 83334 w 481609"/>
              <a:gd name="connsiteY30" fmla="*/ 408786 h 606722"/>
              <a:gd name="connsiteX31" fmla="*/ 387802 w 481609"/>
              <a:gd name="connsiteY31" fmla="*/ 376087 h 606722"/>
              <a:gd name="connsiteX32" fmla="*/ 334668 w 481609"/>
              <a:gd name="connsiteY32" fmla="*/ 429146 h 606722"/>
              <a:gd name="connsiteX33" fmla="*/ 334668 w 481609"/>
              <a:gd name="connsiteY33" fmla="*/ 461231 h 606722"/>
              <a:gd name="connsiteX34" fmla="*/ 440935 w 481609"/>
              <a:gd name="connsiteY34" fmla="*/ 461231 h 606722"/>
              <a:gd name="connsiteX35" fmla="*/ 440935 w 481609"/>
              <a:gd name="connsiteY35" fmla="*/ 429146 h 606722"/>
              <a:gd name="connsiteX36" fmla="*/ 387802 w 481609"/>
              <a:gd name="connsiteY36" fmla="*/ 376087 h 606722"/>
              <a:gd name="connsiteX37" fmla="*/ 83337 w 481609"/>
              <a:gd name="connsiteY37" fmla="*/ 366870 h 606722"/>
              <a:gd name="connsiteX38" fmla="*/ 293271 w 481609"/>
              <a:gd name="connsiteY38" fmla="*/ 366870 h 606722"/>
              <a:gd name="connsiteX39" fmla="*/ 303149 w 481609"/>
              <a:gd name="connsiteY39" fmla="*/ 376749 h 606722"/>
              <a:gd name="connsiteX40" fmla="*/ 293271 w 481609"/>
              <a:gd name="connsiteY40" fmla="*/ 386628 h 606722"/>
              <a:gd name="connsiteX41" fmla="*/ 83337 w 481609"/>
              <a:gd name="connsiteY41" fmla="*/ 386628 h 606722"/>
              <a:gd name="connsiteX42" fmla="*/ 73459 w 481609"/>
              <a:gd name="connsiteY42" fmla="*/ 376749 h 606722"/>
              <a:gd name="connsiteX43" fmla="*/ 83337 w 481609"/>
              <a:gd name="connsiteY43" fmla="*/ 366870 h 606722"/>
              <a:gd name="connsiteX44" fmla="*/ 387802 w 481609"/>
              <a:gd name="connsiteY44" fmla="*/ 356356 h 606722"/>
              <a:gd name="connsiteX45" fmla="*/ 460605 w 481609"/>
              <a:gd name="connsiteY45" fmla="*/ 429146 h 606722"/>
              <a:gd name="connsiteX46" fmla="*/ 460605 w 481609"/>
              <a:gd name="connsiteY46" fmla="*/ 462830 h 606722"/>
              <a:gd name="connsiteX47" fmla="*/ 481609 w 481609"/>
              <a:gd name="connsiteY47" fmla="*/ 492071 h 606722"/>
              <a:gd name="connsiteX48" fmla="*/ 481609 w 481609"/>
              <a:gd name="connsiteY48" fmla="*/ 575882 h 606722"/>
              <a:gd name="connsiteX49" fmla="*/ 450726 w 481609"/>
              <a:gd name="connsiteY49" fmla="*/ 606722 h 606722"/>
              <a:gd name="connsiteX50" fmla="*/ 324789 w 481609"/>
              <a:gd name="connsiteY50" fmla="*/ 606722 h 606722"/>
              <a:gd name="connsiteX51" fmla="*/ 293905 w 481609"/>
              <a:gd name="connsiteY51" fmla="*/ 575882 h 606722"/>
              <a:gd name="connsiteX52" fmla="*/ 293905 w 481609"/>
              <a:gd name="connsiteY52" fmla="*/ 492071 h 606722"/>
              <a:gd name="connsiteX53" fmla="*/ 314909 w 481609"/>
              <a:gd name="connsiteY53" fmla="*/ 462830 h 606722"/>
              <a:gd name="connsiteX54" fmla="*/ 314909 w 481609"/>
              <a:gd name="connsiteY54" fmla="*/ 429146 h 606722"/>
              <a:gd name="connsiteX55" fmla="*/ 387802 w 481609"/>
              <a:gd name="connsiteY55" fmla="*/ 356356 h 606722"/>
              <a:gd name="connsiteX56" fmla="*/ 314287 w 481609"/>
              <a:gd name="connsiteY56" fmla="*/ 325025 h 606722"/>
              <a:gd name="connsiteX57" fmla="*/ 335267 w 481609"/>
              <a:gd name="connsiteY57" fmla="*/ 325025 h 606722"/>
              <a:gd name="connsiteX58" fmla="*/ 345135 w 481609"/>
              <a:gd name="connsiteY58" fmla="*/ 334789 h 606722"/>
              <a:gd name="connsiteX59" fmla="*/ 335267 w 481609"/>
              <a:gd name="connsiteY59" fmla="*/ 344642 h 606722"/>
              <a:gd name="connsiteX60" fmla="*/ 314287 w 481609"/>
              <a:gd name="connsiteY60" fmla="*/ 344642 h 606722"/>
              <a:gd name="connsiteX61" fmla="*/ 304419 w 481609"/>
              <a:gd name="connsiteY61" fmla="*/ 334789 h 606722"/>
              <a:gd name="connsiteX62" fmla="*/ 314287 w 481609"/>
              <a:gd name="connsiteY62" fmla="*/ 325025 h 606722"/>
              <a:gd name="connsiteX63" fmla="*/ 83336 w 481609"/>
              <a:gd name="connsiteY63" fmla="*/ 325025 h 606722"/>
              <a:gd name="connsiteX64" fmla="*/ 272244 w 481609"/>
              <a:gd name="connsiteY64" fmla="*/ 325025 h 606722"/>
              <a:gd name="connsiteX65" fmla="*/ 282121 w 481609"/>
              <a:gd name="connsiteY65" fmla="*/ 334789 h 606722"/>
              <a:gd name="connsiteX66" fmla="*/ 272244 w 481609"/>
              <a:gd name="connsiteY66" fmla="*/ 344642 h 606722"/>
              <a:gd name="connsiteX67" fmla="*/ 83336 w 481609"/>
              <a:gd name="connsiteY67" fmla="*/ 344642 h 606722"/>
              <a:gd name="connsiteX68" fmla="*/ 73459 w 481609"/>
              <a:gd name="connsiteY68" fmla="*/ 334789 h 606722"/>
              <a:gd name="connsiteX69" fmla="*/ 83336 w 481609"/>
              <a:gd name="connsiteY69" fmla="*/ 325025 h 606722"/>
              <a:gd name="connsiteX70" fmla="*/ 146351 w 481609"/>
              <a:gd name="connsiteY70" fmla="*/ 283038 h 606722"/>
              <a:gd name="connsiteX71" fmla="*/ 377264 w 481609"/>
              <a:gd name="connsiteY71" fmla="*/ 283038 h 606722"/>
              <a:gd name="connsiteX72" fmla="*/ 387052 w 481609"/>
              <a:gd name="connsiteY72" fmla="*/ 292837 h 606722"/>
              <a:gd name="connsiteX73" fmla="*/ 377264 w 481609"/>
              <a:gd name="connsiteY73" fmla="*/ 302726 h 606722"/>
              <a:gd name="connsiteX74" fmla="*/ 146351 w 481609"/>
              <a:gd name="connsiteY74" fmla="*/ 302726 h 606722"/>
              <a:gd name="connsiteX75" fmla="*/ 136474 w 481609"/>
              <a:gd name="connsiteY75" fmla="*/ 292837 h 606722"/>
              <a:gd name="connsiteX76" fmla="*/ 146351 w 481609"/>
              <a:gd name="connsiteY76" fmla="*/ 283038 h 606722"/>
              <a:gd name="connsiteX77" fmla="*/ 83331 w 481609"/>
              <a:gd name="connsiteY77" fmla="*/ 283038 h 606722"/>
              <a:gd name="connsiteX78" fmla="*/ 104322 w 481609"/>
              <a:gd name="connsiteY78" fmla="*/ 283038 h 606722"/>
              <a:gd name="connsiteX79" fmla="*/ 114105 w 481609"/>
              <a:gd name="connsiteY79" fmla="*/ 292837 h 606722"/>
              <a:gd name="connsiteX80" fmla="*/ 104322 w 481609"/>
              <a:gd name="connsiteY80" fmla="*/ 302726 h 606722"/>
              <a:gd name="connsiteX81" fmla="*/ 83331 w 481609"/>
              <a:gd name="connsiteY81" fmla="*/ 302726 h 606722"/>
              <a:gd name="connsiteX82" fmla="*/ 73459 w 481609"/>
              <a:gd name="connsiteY82" fmla="*/ 292837 h 606722"/>
              <a:gd name="connsiteX83" fmla="*/ 83331 w 481609"/>
              <a:gd name="connsiteY83" fmla="*/ 283038 h 606722"/>
              <a:gd name="connsiteX84" fmla="*/ 240750 w 481609"/>
              <a:gd name="connsiteY84" fmla="*/ 241122 h 606722"/>
              <a:gd name="connsiteX85" fmla="*/ 377263 w 481609"/>
              <a:gd name="connsiteY85" fmla="*/ 241122 h 606722"/>
              <a:gd name="connsiteX86" fmla="*/ 387052 w 481609"/>
              <a:gd name="connsiteY86" fmla="*/ 250975 h 606722"/>
              <a:gd name="connsiteX87" fmla="*/ 377263 w 481609"/>
              <a:gd name="connsiteY87" fmla="*/ 260739 h 606722"/>
              <a:gd name="connsiteX88" fmla="*/ 240750 w 481609"/>
              <a:gd name="connsiteY88" fmla="*/ 260739 h 606722"/>
              <a:gd name="connsiteX89" fmla="*/ 230961 w 481609"/>
              <a:gd name="connsiteY89" fmla="*/ 250975 h 606722"/>
              <a:gd name="connsiteX90" fmla="*/ 240750 w 481609"/>
              <a:gd name="connsiteY90" fmla="*/ 241122 h 606722"/>
              <a:gd name="connsiteX91" fmla="*/ 83334 w 481609"/>
              <a:gd name="connsiteY91" fmla="*/ 241122 h 606722"/>
              <a:gd name="connsiteX92" fmla="*/ 198717 w 481609"/>
              <a:gd name="connsiteY92" fmla="*/ 241122 h 606722"/>
              <a:gd name="connsiteX93" fmla="*/ 208592 w 481609"/>
              <a:gd name="connsiteY93" fmla="*/ 250975 h 606722"/>
              <a:gd name="connsiteX94" fmla="*/ 198717 w 481609"/>
              <a:gd name="connsiteY94" fmla="*/ 260739 h 606722"/>
              <a:gd name="connsiteX95" fmla="*/ 83334 w 481609"/>
              <a:gd name="connsiteY95" fmla="*/ 260739 h 606722"/>
              <a:gd name="connsiteX96" fmla="*/ 73459 w 481609"/>
              <a:gd name="connsiteY96" fmla="*/ 250975 h 606722"/>
              <a:gd name="connsiteX97" fmla="*/ 83334 w 481609"/>
              <a:gd name="connsiteY97" fmla="*/ 241122 h 606722"/>
              <a:gd name="connsiteX98" fmla="*/ 356278 w 481609"/>
              <a:gd name="connsiteY98" fmla="*/ 199136 h 606722"/>
              <a:gd name="connsiteX99" fmla="*/ 377269 w 481609"/>
              <a:gd name="connsiteY99" fmla="*/ 199136 h 606722"/>
              <a:gd name="connsiteX100" fmla="*/ 387052 w 481609"/>
              <a:gd name="connsiteY100" fmla="*/ 209024 h 606722"/>
              <a:gd name="connsiteX101" fmla="*/ 377269 w 481609"/>
              <a:gd name="connsiteY101" fmla="*/ 218824 h 606722"/>
              <a:gd name="connsiteX102" fmla="*/ 356278 w 481609"/>
              <a:gd name="connsiteY102" fmla="*/ 218824 h 606722"/>
              <a:gd name="connsiteX103" fmla="*/ 346406 w 481609"/>
              <a:gd name="connsiteY103" fmla="*/ 209024 h 606722"/>
              <a:gd name="connsiteX104" fmla="*/ 356278 w 481609"/>
              <a:gd name="connsiteY104" fmla="*/ 199136 h 606722"/>
              <a:gd name="connsiteX105" fmla="*/ 83338 w 481609"/>
              <a:gd name="connsiteY105" fmla="*/ 199136 h 606722"/>
              <a:gd name="connsiteX106" fmla="*/ 314299 w 481609"/>
              <a:gd name="connsiteY106" fmla="*/ 199136 h 606722"/>
              <a:gd name="connsiteX107" fmla="*/ 324178 w 481609"/>
              <a:gd name="connsiteY107" fmla="*/ 209024 h 606722"/>
              <a:gd name="connsiteX108" fmla="*/ 314299 w 481609"/>
              <a:gd name="connsiteY108" fmla="*/ 218824 h 606722"/>
              <a:gd name="connsiteX109" fmla="*/ 83338 w 481609"/>
              <a:gd name="connsiteY109" fmla="*/ 218824 h 606722"/>
              <a:gd name="connsiteX110" fmla="*/ 73459 w 481609"/>
              <a:gd name="connsiteY110" fmla="*/ 209024 h 606722"/>
              <a:gd name="connsiteX111" fmla="*/ 83338 w 481609"/>
              <a:gd name="connsiteY111" fmla="*/ 199136 h 606722"/>
              <a:gd name="connsiteX112" fmla="*/ 146351 w 481609"/>
              <a:gd name="connsiteY112" fmla="*/ 157220 h 606722"/>
              <a:gd name="connsiteX113" fmla="*/ 377264 w 481609"/>
              <a:gd name="connsiteY113" fmla="*/ 157220 h 606722"/>
              <a:gd name="connsiteX114" fmla="*/ 387052 w 481609"/>
              <a:gd name="connsiteY114" fmla="*/ 167099 h 606722"/>
              <a:gd name="connsiteX115" fmla="*/ 377264 w 481609"/>
              <a:gd name="connsiteY115" fmla="*/ 176978 h 606722"/>
              <a:gd name="connsiteX116" fmla="*/ 146351 w 481609"/>
              <a:gd name="connsiteY116" fmla="*/ 176978 h 606722"/>
              <a:gd name="connsiteX117" fmla="*/ 136474 w 481609"/>
              <a:gd name="connsiteY117" fmla="*/ 167099 h 606722"/>
              <a:gd name="connsiteX118" fmla="*/ 146351 w 481609"/>
              <a:gd name="connsiteY118" fmla="*/ 157220 h 606722"/>
              <a:gd name="connsiteX119" fmla="*/ 83331 w 481609"/>
              <a:gd name="connsiteY119" fmla="*/ 157220 h 606722"/>
              <a:gd name="connsiteX120" fmla="*/ 104322 w 481609"/>
              <a:gd name="connsiteY120" fmla="*/ 157220 h 606722"/>
              <a:gd name="connsiteX121" fmla="*/ 114105 w 481609"/>
              <a:gd name="connsiteY121" fmla="*/ 167099 h 606722"/>
              <a:gd name="connsiteX122" fmla="*/ 104322 w 481609"/>
              <a:gd name="connsiteY122" fmla="*/ 176978 h 606722"/>
              <a:gd name="connsiteX123" fmla="*/ 83331 w 481609"/>
              <a:gd name="connsiteY123" fmla="*/ 176978 h 606722"/>
              <a:gd name="connsiteX124" fmla="*/ 73459 w 481609"/>
              <a:gd name="connsiteY124" fmla="*/ 167099 h 606722"/>
              <a:gd name="connsiteX125" fmla="*/ 83331 w 481609"/>
              <a:gd name="connsiteY125" fmla="*/ 157220 h 606722"/>
              <a:gd name="connsiteX126" fmla="*/ 30794 w 481609"/>
              <a:gd name="connsiteY126" fmla="*/ 0 h 606722"/>
              <a:gd name="connsiteX127" fmla="*/ 332686 w 481609"/>
              <a:gd name="connsiteY127" fmla="*/ 0 h 606722"/>
              <a:gd name="connsiteX128" fmla="*/ 361968 w 481609"/>
              <a:gd name="connsiteY128" fmla="*/ 12087 h 606722"/>
              <a:gd name="connsiteX129" fmla="*/ 448477 w 481609"/>
              <a:gd name="connsiteY129" fmla="*/ 98472 h 606722"/>
              <a:gd name="connsiteX130" fmla="*/ 460581 w 481609"/>
              <a:gd name="connsiteY130" fmla="*/ 127711 h 606722"/>
              <a:gd name="connsiteX131" fmla="*/ 460581 w 481609"/>
              <a:gd name="connsiteY131" fmla="*/ 345273 h 606722"/>
              <a:gd name="connsiteX132" fmla="*/ 450702 w 481609"/>
              <a:gd name="connsiteY132" fmla="*/ 355138 h 606722"/>
              <a:gd name="connsiteX133" fmla="*/ 440912 w 481609"/>
              <a:gd name="connsiteY133" fmla="*/ 345273 h 606722"/>
              <a:gd name="connsiteX134" fmla="*/ 440912 w 481609"/>
              <a:gd name="connsiteY134" fmla="*/ 134998 h 606722"/>
              <a:gd name="connsiteX135" fmla="*/ 356272 w 481609"/>
              <a:gd name="connsiteY135" fmla="*/ 134998 h 606722"/>
              <a:gd name="connsiteX136" fmla="*/ 325388 w 481609"/>
              <a:gd name="connsiteY136" fmla="*/ 104159 h 606722"/>
              <a:gd name="connsiteX137" fmla="*/ 325388 w 481609"/>
              <a:gd name="connsiteY137" fmla="*/ 51724 h 606722"/>
              <a:gd name="connsiteX138" fmla="*/ 335267 w 481609"/>
              <a:gd name="connsiteY138" fmla="*/ 41948 h 606722"/>
              <a:gd name="connsiteX139" fmla="*/ 345147 w 481609"/>
              <a:gd name="connsiteY139" fmla="*/ 51724 h 606722"/>
              <a:gd name="connsiteX140" fmla="*/ 345147 w 481609"/>
              <a:gd name="connsiteY140" fmla="*/ 104159 h 606722"/>
              <a:gd name="connsiteX141" fmla="*/ 356272 w 481609"/>
              <a:gd name="connsiteY141" fmla="*/ 115357 h 606722"/>
              <a:gd name="connsiteX142" fmla="*/ 436996 w 481609"/>
              <a:gd name="connsiteY142" fmla="*/ 115357 h 606722"/>
              <a:gd name="connsiteX143" fmla="*/ 434593 w 481609"/>
              <a:gd name="connsiteY143" fmla="*/ 112425 h 606722"/>
              <a:gd name="connsiteX144" fmla="*/ 347995 w 481609"/>
              <a:gd name="connsiteY144" fmla="*/ 25951 h 606722"/>
              <a:gd name="connsiteX145" fmla="*/ 332686 w 481609"/>
              <a:gd name="connsiteY145" fmla="*/ 19641 h 606722"/>
              <a:gd name="connsiteX146" fmla="*/ 30794 w 481609"/>
              <a:gd name="connsiteY146" fmla="*/ 19641 h 606722"/>
              <a:gd name="connsiteX147" fmla="*/ 19669 w 481609"/>
              <a:gd name="connsiteY147" fmla="*/ 30750 h 606722"/>
              <a:gd name="connsiteX148" fmla="*/ 19669 w 481609"/>
              <a:gd name="connsiteY148" fmla="*/ 554925 h 606722"/>
              <a:gd name="connsiteX149" fmla="*/ 30794 w 481609"/>
              <a:gd name="connsiteY149" fmla="*/ 566123 h 606722"/>
              <a:gd name="connsiteX150" fmla="*/ 261752 w 481609"/>
              <a:gd name="connsiteY150" fmla="*/ 566123 h 606722"/>
              <a:gd name="connsiteX151" fmla="*/ 271632 w 481609"/>
              <a:gd name="connsiteY151" fmla="*/ 575899 h 606722"/>
              <a:gd name="connsiteX152" fmla="*/ 261752 w 481609"/>
              <a:gd name="connsiteY152" fmla="*/ 585764 h 606722"/>
              <a:gd name="connsiteX153" fmla="*/ 30794 w 481609"/>
              <a:gd name="connsiteY153" fmla="*/ 585764 h 606722"/>
              <a:gd name="connsiteX154" fmla="*/ 0 w 481609"/>
              <a:gd name="connsiteY154" fmla="*/ 554925 h 606722"/>
              <a:gd name="connsiteX155" fmla="*/ 0 w 481609"/>
              <a:gd name="connsiteY155" fmla="*/ 30750 h 606722"/>
              <a:gd name="connsiteX156" fmla="*/ 30794 w 481609"/>
              <a:gd name="connsiteY156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</a:cxnLst>
            <a:rect l="l" t="t" r="r" b="b"/>
            <a:pathLst>
              <a:path w="481609" h="606722">
                <a:moveTo>
                  <a:pt x="387801" y="503202"/>
                </a:moveTo>
                <a:cubicBezTo>
                  <a:pt x="399008" y="503202"/>
                  <a:pt x="408080" y="512269"/>
                  <a:pt x="408080" y="523470"/>
                </a:cubicBezTo>
                <a:cubicBezTo>
                  <a:pt x="408080" y="531115"/>
                  <a:pt x="403900" y="537782"/>
                  <a:pt x="397585" y="541249"/>
                </a:cubicBezTo>
                <a:lnTo>
                  <a:pt x="397585" y="554939"/>
                </a:lnTo>
                <a:cubicBezTo>
                  <a:pt x="397585" y="560361"/>
                  <a:pt x="393227" y="564806"/>
                  <a:pt x="387801" y="564806"/>
                </a:cubicBezTo>
                <a:cubicBezTo>
                  <a:pt x="382376" y="564806"/>
                  <a:pt x="377929" y="560361"/>
                  <a:pt x="377929" y="554939"/>
                </a:cubicBezTo>
                <a:lnTo>
                  <a:pt x="377929" y="541249"/>
                </a:lnTo>
                <a:cubicBezTo>
                  <a:pt x="371703" y="537782"/>
                  <a:pt x="367434" y="531115"/>
                  <a:pt x="367434" y="523470"/>
                </a:cubicBezTo>
                <a:cubicBezTo>
                  <a:pt x="367434" y="512269"/>
                  <a:pt x="376595" y="503202"/>
                  <a:pt x="387801" y="503202"/>
                </a:cubicBezTo>
                <a:close/>
                <a:moveTo>
                  <a:pt x="324789" y="480872"/>
                </a:moveTo>
                <a:cubicBezTo>
                  <a:pt x="318647" y="480872"/>
                  <a:pt x="313663" y="485850"/>
                  <a:pt x="313663" y="492071"/>
                </a:cubicBezTo>
                <a:lnTo>
                  <a:pt x="313663" y="575882"/>
                </a:lnTo>
                <a:cubicBezTo>
                  <a:pt x="313663" y="582014"/>
                  <a:pt x="318647" y="587080"/>
                  <a:pt x="324789" y="587080"/>
                </a:cubicBezTo>
                <a:lnTo>
                  <a:pt x="450726" y="587080"/>
                </a:lnTo>
                <a:cubicBezTo>
                  <a:pt x="456956" y="587080"/>
                  <a:pt x="461940" y="582014"/>
                  <a:pt x="461940" y="575882"/>
                </a:cubicBezTo>
                <a:lnTo>
                  <a:pt x="461940" y="492071"/>
                </a:lnTo>
                <a:cubicBezTo>
                  <a:pt x="461940" y="485850"/>
                  <a:pt x="456956" y="480872"/>
                  <a:pt x="450726" y="480872"/>
                </a:cubicBezTo>
                <a:close/>
                <a:moveTo>
                  <a:pt x="198851" y="408786"/>
                </a:moveTo>
                <a:lnTo>
                  <a:pt x="282758" y="408786"/>
                </a:lnTo>
                <a:cubicBezTo>
                  <a:pt x="288186" y="408786"/>
                  <a:pt x="292635" y="413240"/>
                  <a:pt x="292635" y="418675"/>
                </a:cubicBezTo>
                <a:cubicBezTo>
                  <a:pt x="292635" y="424109"/>
                  <a:pt x="288186" y="428474"/>
                  <a:pt x="282758" y="428474"/>
                </a:cubicBezTo>
                <a:lnTo>
                  <a:pt x="198851" y="428474"/>
                </a:lnTo>
                <a:cubicBezTo>
                  <a:pt x="193334" y="428474"/>
                  <a:pt x="188974" y="424109"/>
                  <a:pt x="188974" y="418675"/>
                </a:cubicBezTo>
                <a:cubicBezTo>
                  <a:pt x="188974" y="413240"/>
                  <a:pt x="193334" y="408786"/>
                  <a:pt x="198851" y="408786"/>
                </a:cubicBezTo>
                <a:close/>
                <a:moveTo>
                  <a:pt x="83334" y="408786"/>
                </a:moveTo>
                <a:lnTo>
                  <a:pt x="156819" y="408786"/>
                </a:lnTo>
                <a:cubicBezTo>
                  <a:pt x="162246" y="408786"/>
                  <a:pt x="166605" y="413240"/>
                  <a:pt x="166605" y="418675"/>
                </a:cubicBezTo>
                <a:cubicBezTo>
                  <a:pt x="166605" y="424109"/>
                  <a:pt x="162246" y="428474"/>
                  <a:pt x="156819" y="428474"/>
                </a:cubicBezTo>
                <a:lnTo>
                  <a:pt x="83334" y="428474"/>
                </a:lnTo>
                <a:cubicBezTo>
                  <a:pt x="77907" y="428474"/>
                  <a:pt x="73459" y="424109"/>
                  <a:pt x="73459" y="418675"/>
                </a:cubicBezTo>
                <a:cubicBezTo>
                  <a:pt x="73459" y="413240"/>
                  <a:pt x="77907" y="408786"/>
                  <a:pt x="83334" y="408786"/>
                </a:cubicBezTo>
                <a:close/>
                <a:moveTo>
                  <a:pt x="387802" y="376087"/>
                </a:moveTo>
                <a:cubicBezTo>
                  <a:pt x="358431" y="376087"/>
                  <a:pt x="334668" y="399906"/>
                  <a:pt x="334668" y="429146"/>
                </a:cubicBezTo>
                <a:lnTo>
                  <a:pt x="334668" y="461231"/>
                </a:lnTo>
                <a:lnTo>
                  <a:pt x="440935" y="461231"/>
                </a:lnTo>
                <a:lnTo>
                  <a:pt x="440935" y="429146"/>
                </a:lnTo>
                <a:cubicBezTo>
                  <a:pt x="440935" y="399906"/>
                  <a:pt x="417083" y="376087"/>
                  <a:pt x="387802" y="376087"/>
                </a:cubicBezTo>
                <a:close/>
                <a:moveTo>
                  <a:pt x="83337" y="366870"/>
                </a:moveTo>
                <a:lnTo>
                  <a:pt x="293271" y="366870"/>
                </a:lnTo>
                <a:cubicBezTo>
                  <a:pt x="298699" y="366870"/>
                  <a:pt x="303149" y="371320"/>
                  <a:pt x="303149" y="376749"/>
                </a:cubicBezTo>
                <a:cubicBezTo>
                  <a:pt x="303149" y="382178"/>
                  <a:pt x="298699" y="386628"/>
                  <a:pt x="293271" y="386628"/>
                </a:cubicBezTo>
                <a:lnTo>
                  <a:pt x="83337" y="386628"/>
                </a:lnTo>
                <a:cubicBezTo>
                  <a:pt x="77909" y="386628"/>
                  <a:pt x="73459" y="382178"/>
                  <a:pt x="73459" y="376749"/>
                </a:cubicBezTo>
                <a:cubicBezTo>
                  <a:pt x="73459" y="371320"/>
                  <a:pt x="77909" y="366870"/>
                  <a:pt x="83337" y="366870"/>
                </a:cubicBezTo>
                <a:close/>
                <a:moveTo>
                  <a:pt x="387802" y="356356"/>
                </a:moveTo>
                <a:cubicBezTo>
                  <a:pt x="427941" y="356356"/>
                  <a:pt x="460605" y="389063"/>
                  <a:pt x="460605" y="429146"/>
                </a:cubicBezTo>
                <a:lnTo>
                  <a:pt x="460605" y="462830"/>
                </a:lnTo>
                <a:cubicBezTo>
                  <a:pt x="472798" y="466919"/>
                  <a:pt x="481609" y="478473"/>
                  <a:pt x="481609" y="492071"/>
                </a:cubicBezTo>
                <a:lnTo>
                  <a:pt x="481609" y="575882"/>
                </a:lnTo>
                <a:cubicBezTo>
                  <a:pt x="481609" y="592857"/>
                  <a:pt x="467725" y="606722"/>
                  <a:pt x="450726" y="606722"/>
                </a:cubicBezTo>
                <a:lnTo>
                  <a:pt x="324789" y="606722"/>
                </a:lnTo>
                <a:cubicBezTo>
                  <a:pt x="307789" y="606722"/>
                  <a:pt x="293905" y="592857"/>
                  <a:pt x="293905" y="575882"/>
                </a:cubicBezTo>
                <a:lnTo>
                  <a:pt x="293905" y="492071"/>
                </a:lnTo>
                <a:cubicBezTo>
                  <a:pt x="293905" y="478473"/>
                  <a:pt x="302716" y="467008"/>
                  <a:pt x="314909" y="462830"/>
                </a:cubicBezTo>
                <a:lnTo>
                  <a:pt x="314909" y="429146"/>
                </a:lnTo>
                <a:cubicBezTo>
                  <a:pt x="314909" y="389063"/>
                  <a:pt x="347573" y="356356"/>
                  <a:pt x="387802" y="356356"/>
                </a:cubicBezTo>
                <a:close/>
                <a:moveTo>
                  <a:pt x="314287" y="325025"/>
                </a:moveTo>
                <a:lnTo>
                  <a:pt x="335267" y="325025"/>
                </a:lnTo>
                <a:cubicBezTo>
                  <a:pt x="340690" y="325025"/>
                  <a:pt x="345135" y="329374"/>
                  <a:pt x="345135" y="334789"/>
                </a:cubicBezTo>
                <a:cubicBezTo>
                  <a:pt x="345135" y="340204"/>
                  <a:pt x="340690" y="344642"/>
                  <a:pt x="335267" y="344642"/>
                </a:cubicBezTo>
                <a:lnTo>
                  <a:pt x="314287" y="344642"/>
                </a:lnTo>
                <a:cubicBezTo>
                  <a:pt x="308864" y="344642"/>
                  <a:pt x="304419" y="340204"/>
                  <a:pt x="304419" y="334789"/>
                </a:cubicBezTo>
                <a:cubicBezTo>
                  <a:pt x="304419" y="329374"/>
                  <a:pt x="308864" y="325025"/>
                  <a:pt x="314287" y="325025"/>
                </a:cubicBezTo>
                <a:close/>
                <a:moveTo>
                  <a:pt x="83336" y="325025"/>
                </a:moveTo>
                <a:lnTo>
                  <a:pt x="272244" y="325025"/>
                </a:lnTo>
                <a:cubicBezTo>
                  <a:pt x="277672" y="325025"/>
                  <a:pt x="282121" y="329374"/>
                  <a:pt x="282121" y="334789"/>
                </a:cubicBezTo>
                <a:cubicBezTo>
                  <a:pt x="282121" y="340204"/>
                  <a:pt x="277672" y="344642"/>
                  <a:pt x="272244" y="344642"/>
                </a:cubicBezTo>
                <a:lnTo>
                  <a:pt x="83336" y="344642"/>
                </a:lnTo>
                <a:cubicBezTo>
                  <a:pt x="77908" y="344642"/>
                  <a:pt x="73459" y="340204"/>
                  <a:pt x="73459" y="334789"/>
                </a:cubicBezTo>
                <a:cubicBezTo>
                  <a:pt x="73459" y="329374"/>
                  <a:pt x="77908" y="325025"/>
                  <a:pt x="83336" y="325025"/>
                </a:cubicBezTo>
                <a:close/>
                <a:moveTo>
                  <a:pt x="146351" y="283038"/>
                </a:moveTo>
                <a:lnTo>
                  <a:pt x="377264" y="283038"/>
                </a:lnTo>
                <a:cubicBezTo>
                  <a:pt x="382692" y="283038"/>
                  <a:pt x="387052" y="287403"/>
                  <a:pt x="387052" y="292837"/>
                </a:cubicBezTo>
                <a:cubicBezTo>
                  <a:pt x="387052" y="298272"/>
                  <a:pt x="382692" y="302726"/>
                  <a:pt x="377264" y="302726"/>
                </a:cubicBezTo>
                <a:lnTo>
                  <a:pt x="146351" y="302726"/>
                </a:lnTo>
                <a:cubicBezTo>
                  <a:pt x="140923" y="302726"/>
                  <a:pt x="136474" y="298272"/>
                  <a:pt x="136474" y="292837"/>
                </a:cubicBezTo>
                <a:cubicBezTo>
                  <a:pt x="136474" y="287403"/>
                  <a:pt x="140923" y="283038"/>
                  <a:pt x="146351" y="283038"/>
                </a:cubicBezTo>
                <a:close/>
                <a:moveTo>
                  <a:pt x="83331" y="283038"/>
                </a:moveTo>
                <a:lnTo>
                  <a:pt x="104322" y="283038"/>
                </a:lnTo>
                <a:cubicBezTo>
                  <a:pt x="109747" y="283038"/>
                  <a:pt x="114105" y="287403"/>
                  <a:pt x="114105" y="292837"/>
                </a:cubicBezTo>
                <a:cubicBezTo>
                  <a:pt x="114105" y="298272"/>
                  <a:pt x="109747" y="302726"/>
                  <a:pt x="104322" y="302726"/>
                </a:cubicBezTo>
                <a:lnTo>
                  <a:pt x="83331" y="302726"/>
                </a:lnTo>
                <a:cubicBezTo>
                  <a:pt x="77906" y="302726"/>
                  <a:pt x="73459" y="298272"/>
                  <a:pt x="73459" y="292837"/>
                </a:cubicBezTo>
                <a:cubicBezTo>
                  <a:pt x="73459" y="287403"/>
                  <a:pt x="77906" y="283038"/>
                  <a:pt x="83331" y="283038"/>
                </a:cubicBezTo>
                <a:close/>
                <a:moveTo>
                  <a:pt x="240750" y="241122"/>
                </a:moveTo>
                <a:lnTo>
                  <a:pt x="377263" y="241122"/>
                </a:lnTo>
                <a:cubicBezTo>
                  <a:pt x="382691" y="241122"/>
                  <a:pt x="387052" y="245471"/>
                  <a:pt x="387052" y="250975"/>
                </a:cubicBezTo>
                <a:cubicBezTo>
                  <a:pt x="387052" y="256389"/>
                  <a:pt x="382691" y="260739"/>
                  <a:pt x="377263" y="260739"/>
                </a:cubicBezTo>
                <a:lnTo>
                  <a:pt x="240750" y="260739"/>
                </a:lnTo>
                <a:cubicBezTo>
                  <a:pt x="235322" y="260739"/>
                  <a:pt x="230961" y="256389"/>
                  <a:pt x="230961" y="250975"/>
                </a:cubicBezTo>
                <a:cubicBezTo>
                  <a:pt x="230961" y="245471"/>
                  <a:pt x="235322" y="241122"/>
                  <a:pt x="240750" y="241122"/>
                </a:cubicBezTo>
                <a:close/>
                <a:moveTo>
                  <a:pt x="83334" y="241122"/>
                </a:moveTo>
                <a:lnTo>
                  <a:pt x="198717" y="241122"/>
                </a:lnTo>
                <a:cubicBezTo>
                  <a:pt x="204233" y="241122"/>
                  <a:pt x="208592" y="245471"/>
                  <a:pt x="208592" y="250975"/>
                </a:cubicBezTo>
                <a:cubicBezTo>
                  <a:pt x="208592" y="256389"/>
                  <a:pt x="204233" y="260739"/>
                  <a:pt x="198717" y="260739"/>
                </a:cubicBezTo>
                <a:lnTo>
                  <a:pt x="83334" y="260739"/>
                </a:lnTo>
                <a:cubicBezTo>
                  <a:pt x="77907" y="260739"/>
                  <a:pt x="73459" y="256389"/>
                  <a:pt x="73459" y="250975"/>
                </a:cubicBezTo>
                <a:cubicBezTo>
                  <a:pt x="73459" y="245471"/>
                  <a:pt x="77907" y="241122"/>
                  <a:pt x="83334" y="241122"/>
                </a:cubicBezTo>
                <a:close/>
                <a:moveTo>
                  <a:pt x="356278" y="199136"/>
                </a:moveTo>
                <a:lnTo>
                  <a:pt x="377269" y="199136"/>
                </a:lnTo>
                <a:cubicBezTo>
                  <a:pt x="382694" y="199136"/>
                  <a:pt x="387052" y="203590"/>
                  <a:pt x="387052" y="209024"/>
                </a:cubicBezTo>
                <a:cubicBezTo>
                  <a:pt x="387052" y="214459"/>
                  <a:pt x="382694" y="218824"/>
                  <a:pt x="377269" y="218824"/>
                </a:cubicBezTo>
                <a:lnTo>
                  <a:pt x="356278" y="218824"/>
                </a:lnTo>
                <a:cubicBezTo>
                  <a:pt x="350853" y="218824"/>
                  <a:pt x="346406" y="214459"/>
                  <a:pt x="346406" y="209024"/>
                </a:cubicBezTo>
                <a:cubicBezTo>
                  <a:pt x="346406" y="203590"/>
                  <a:pt x="350853" y="199136"/>
                  <a:pt x="356278" y="199136"/>
                </a:cubicBezTo>
                <a:close/>
                <a:moveTo>
                  <a:pt x="83338" y="199136"/>
                </a:moveTo>
                <a:lnTo>
                  <a:pt x="314299" y="199136"/>
                </a:lnTo>
                <a:cubicBezTo>
                  <a:pt x="319728" y="199136"/>
                  <a:pt x="324178" y="203590"/>
                  <a:pt x="324178" y="209024"/>
                </a:cubicBezTo>
                <a:cubicBezTo>
                  <a:pt x="324178" y="214459"/>
                  <a:pt x="319728" y="218824"/>
                  <a:pt x="314299" y="218824"/>
                </a:cubicBezTo>
                <a:lnTo>
                  <a:pt x="83338" y="218824"/>
                </a:lnTo>
                <a:cubicBezTo>
                  <a:pt x="77909" y="218824"/>
                  <a:pt x="73459" y="214459"/>
                  <a:pt x="73459" y="209024"/>
                </a:cubicBezTo>
                <a:cubicBezTo>
                  <a:pt x="73459" y="203590"/>
                  <a:pt x="77909" y="199136"/>
                  <a:pt x="83338" y="199136"/>
                </a:cubicBezTo>
                <a:close/>
                <a:moveTo>
                  <a:pt x="146351" y="157220"/>
                </a:moveTo>
                <a:lnTo>
                  <a:pt x="377264" y="157220"/>
                </a:lnTo>
                <a:cubicBezTo>
                  <a:pt x="382692" y="157220"/>
                  <a:pt x="387052" y="161670"/>
                  <a:pt x="387052" y="167099"/>
                </a:cubicBezTo>
                <a:cubicBezTo>
                  <a:pt x="387052" y="172528"/>
                  <a:pt x="382692" y="176978"/>
                  <a:pt x="377264" y="176978"/>
                </a:cubicBezTo>
                <a:lnTo>
                  <a:pt x="146351" y="176978"/>
                </a:lnTo>
                <a:cubicBezTo>
                  <a:pt x="140923" y="176978"/>
                  <a:pt x="136474" y="172528"/>
                  <a:pt x="136474" y="167099"/>
                </a:cubicBezTo>
                <a:cubicBezTo>
                  <a:pt x="136474" y="161670"/>
                  <a:pt x="140923" y="157220"/>
                  <a:pt x="146351" y="157220"/>
                </a:cubicBezTo>
                <a:close/>
                <a:moveTo>
                  <a:pt x="83331" y="157220"/>
                </a:moveTo>
                <a:lnTo>
                  <a:pt x="104322" y="157220"/>
                </a:lnTo>
                <a:cubicBezTo>
                  <a:pt x="109747" y="157220"/>
                  <a:pt x="114105" y="161670"/>
                  <a:pt x="114105" y="167099"/>
                </a:cubicBezTo>
                <a:cubicBezTo>
                  <a:pt x="114105" y="172528"/>
                  <a:pt x="109747" y="176978"/>
                  <a:pt x="104322" y="176978"/>
                </a:cubicBezTo>
                <a:lnTo>
                  <a:pt x="83331" y="176978"/>
                </a:lnTo>
                <a:cubicBezTo>
                  <a:pt x="77906" y="176978"/>
                  <a:pt x="73459" y="172528"/>
                  <a:pt x="73459" y="167099"/>
                </a:cubicBezTo>
                <a:cubicBezTo>
                  <a:pt x="73459" y="161670"/>
                  <a:pt x="77906" y="157220"/>
                  <a:pt x="83331" y="157220"/>
                </a:cubicBezTo>
                <a:close/>
                <a:moveTo>
                  <a:pt x="30794" y="0"/>
                </a:moveTo>
                <a:lnTo>
                  <a:pt x="332686" y="0"/>
                </a:lnTo>
                <a:cubicBezTo>
                  <a:pt x="343722" y="0"/>
                  <a:pt x="354136" y="4266"/>
                  <a:pt x="361968" y="12087"/>
                </a:cubicBezTo>
                <a:lnTo>
                  <a:pt x="448477" y="98472"/>
                </a:lnTo>
                <a:cubicBezTo>
                  <a:pt x="456309" y="106292"/>
                  <a:pt x="460581" y="116691"/>
                  <a:pt x="460581" y="127711"/>
                </a:cubicBezTo>
                <a:lnTo>
                  <a:pt x="460581" y="345273"/>
                </a:lnTo>
                <a:cubicBezTo>
                  <a:pt x="460581" y="350694"/>
                  <a:pt x="456220" y="355138"/>
                  <a:pt x="450702" y="355138"/>
                </a:cubicBezTo>
                <a:cubicBezTo>
                  <a:pt x="445273" y="355138"/>
                  <a:pt x="440912" y="350694"/>
                  <a:pt x="440912" y="345273"/>
                </a:cubicBezTo>
                <a:lnTo>
                  <a:pt x="440912" y="134998"/>
                </a:lnTo>
                <a:lnTo>
                  <a:pt x="356272" y="134998"/>
                </a:lnTo>
                <a:cubicBezTo>
                  <a:pt x="339272" y="134998"/>
                  <a:pt x="325388" y="121134"/>
                  <a:pt x="325388" y="104159"/>
                </a:cubicBezTo>
                <a:lnTo>
                  <a:pt x="325388" y="51724"/>
                </a:lnTo>
                <a:cubicBezTo>
                  <a:pt x="325388" y="46303"/>
                  <a:pt x="329838" y="41948"/>
                  <a:pt x="335267" y="41948"/>
                </a:cubicBezTo>
                <a:cubicBezTo>
                  <a:pt x="340696" y="41948"/>
                  <a:pt x="345147" y="46303"/>
                  <a:pt x="345147" y="51724"/>
                </a:cubicBezTo>
                <a:lnTo>
                  <a:pt x="345147" y="104159"/>
                </a:lnTo>
                <a:cubicBezTo>
                  <a:pt x="345147" y="110292"/>
                  <a:pt x="350131" y="115357"/>
                  <a:pt x="356272" y="115357"/>
                </a:cubicBezTo>
                <a:lnTo>
                  <a:pt x="436996" y="115357"/>
                </a:lnTo>
                <a:cubicBezTo>
                  <a:pt x="436284" y="114291"/>
                  <a:pt x="435483" y="113313"/>
                  <a:pt x="434593" y="112425"/>
                </a:cubicBezTo>
                <a:lnTo>
                  <a:pt x="347995" y="25951"/>
                </a:lnTo>
                <a:cubicBezTo>
                  <a:pt x="343900" y="21863"/>
                  <a:pt x="338471" y="19641"/>
                  <a:pt x="332686" y="19641"/>
                </a:cubicBezTo>
                <a:lnTo>
                  <a:pt x="30794" y="19641"/>
                </a:lnTo>
                <a:cubicBezTo>
                  <a:pt x="24653" y="19641"/>
                  <a:pt x="19669" y="24618"/>
                  <a:pt x="19669" y="30750"/>
                </a:cubicBezTo>
                <a:lnTo>
                  <a:pt x="19669" y="554925"/>
                </a:lnTo>
                <a:cubicBezTo>
                  <a:pt x="19669" y="561057"/>
                  <a:pt x="24653" y="566123"/>
                  <a:pt x="30794" y="566123"/>
                </a:cubicBezTo>
                <a:lnTo>
                  <a:pt x="261752" y="566123"/>
                </a:lnTo>
                <a:cubicBezTo>
                  <a:pt x="267181" y="566123"/>
                  <a:pt x="271632" y="570478"/>
                  <a:pt x="271632" y="575899"/>
                </a:cubicBezTo>
                <a:cubicBezTo>
                  <a:pt x="271632" y="581320"/>
                  <a:pt x="267181" y="585764"/>
                  <a:pt x="261752" y="585764"/>
                </a:cubicBezTo>
                <a:lnTo>
                  <a:pt x="30794" y="585764"/>
                </a:lnTo>
                <a:cubicBezTo>
                  <a:pt x="13795" y="585764"/>
                  <a:pt x="0" y="571900"/>
                  <a:pt x="0" y="554925"/>
                </a:cubicBezTo>
                <a:lnTo>
                  <a:pt x="0" y="30750"/>
                </a:lnTo>
                <a:cubicBezTo>
                  <a:pt x="0" y="13775"/>
                  <a:pt x="13795" y="0"/>
                  <a:pt x="30794" y="0"/>
                </a:cubicBezTo>
                <a:close/>
              </a:path>
            </a:pathLst>
          </a:custGeom>
          <a:solidFill>
            <a:srgbClr val="013A89"/>
          </a:solidFill>
          <a:ln>
            <a:noFill/>
          </a:ln>
        </p:spPr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810A361-6D46-4827-BAB1-995E711C91D2}"/>
              </a:ext>
            </a:extLst>
          </p:cNvPr>
          <p:cNvCxnSpPr/>
          <p:nvPr userDrawn="1"/>
        </p:nvCxnSpPr>
        <p:spPr>
          <a:xfrm flipH="1">
            <a:off x="4130743" y="0"/>
            <a:ext cx="4289467" cy="68580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22F3C313-AE13-4973-BFA7-FF3F5DB5F82D}"/>
              </a:ext>
            </a:extLst>
          </p:cNvPr>
          <p:cNvCxnSpPr/>
          <p:nvPr userDrawn="1"/>
        </p:nvCxnSpPr>
        <p:spPr>
          <a:xfrm flipH="1">
            <a:off x="3982228" y="0"/>
            <a:ext cx="4289467" cy="6858000"/>
          </a:xfrm>
          <a:prstGeom prst="line">
            <a:avLst/>
          </a:prstGeom>
          <a:ln w="38100">
            <a:solidFill>
              <a:srgbClr val="013A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6C1A7BF-E8F2-49BF-A88B-8B762E3B7B0B}"/>
              </a:ext>
            </a:extLst>
          </p:cNvPr>
          <p:cNvCxnSpPr/>
          <p:nvPr userDrawn="1"/>
        </p:nvCxnSpPr>
        <p:spPr>
          <a:xfrm flipH="1">
            <a:off x="3834544" y="0"/>
            <a:ext cx="4289467" cy="68580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0F0D8F4-65C2-41D7-99E7-4A64899ACF69}"/>
              </a:ext>
            </a:extLst>
          </p:cNvPr>
          <p:cNvGrpSpPr/>
          <p:nvPr userDrawn="1"/>
        </p:nvGrpSpPr>
        <p:grpSpPr>
          <a:xfrm>
            <a:off x="8587298" y="3370409"/>
            <a:ext cx="3276441" cy="2102758"/>
            <a:chOff x="2870200" y="1993900"/>
            <a:chExt cx="3987800" cy="2445989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B04ABC7B-9C94-4848-8785-3D85A24AB7EF}"/>
                </a:ext>
              </a:extLst>
            </p:cNvPr>
            <p:cNvSpPr/>
            <p:nvPr/>
          </p:nvSpPr>
          <p:spPr>
            <a:xfrm>
              <a:off x="2870200" y="1993900"/>
              <a:ext cx="3987800" cy="2120900"/>
            </a:xfrm>
            <a:prstGeom prst="roundRect">
              <a:avLst/>
            </a:prstGeom>
            <a:noFill/>
            <a:ln w="76200">
              <a:solidFill>
                <a:srgbClr val="013A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BF87D99E-4B3C-4A18-8225-4539163AD47B}"/>
                </a:ext>
              </a:extLst>
            </p:cNvPr>
            <p:cNvSpPr/>
            <p:nvPr/>
          </p:nvSpPr>
          <p:spPr>
            <a:xfrm>
              <a:off x="4165600" y="4127500"/>
              <a:ext cx="1333500" cy="291076"/>
            </a:xfrm>
            <a:prstGeom prst="rect">
              <a:avLst/>
            </a:prstGeom>
            <a:solidFill>
              <a:srgbClr val="01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DC215FE5-5043-4EC0-87A5-18894CE568B1}"/>
                </a:ext>
              </a:extLst>
            </p:cNvPr>
            <p:cNvCxnSpPr/>
            <p:nvPr/>
          </p:nvCxnSpPr>
          <p:spPr>
            <a:xfrm>
              <a:off x="3588449" y="4439889"/>
              <a:ext cx="2438400" cy="0"/>
            </a:xfrm>
            <a:prstGeom prst="line">
              <a:avLst/>
            </a:prstGeom>
            <a:ln w="76200">
              <a:solidFill>
                <a:srgbClr val="013A8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17A9D8D9-0B35-415C-9C78-EF9EC313870F}"/>
              </a:ext>
            </a:extLst>
          </p:cNvPr>
          <p:cNvSpPr txBox="1"/>
          <p:nvPr userDrawn="1"/>
        </p:nvSpPr>
        <p:spPr>
          <a:xfrm>
            <a:off x="9015944" y="3762287"/>
            <a:ext cx="250581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b="1" dirty="0">
                <a:solidFill>
                  <a:srgbClr val="013A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BUPT</a:t>
            </a:r>
            <a:endParaRPr lang="zh-CN" altLang="en-US" sz="6600" b="1" dirty="0">
              <a:solidFill>
                <a:srgbClr val="013A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0399652B-1C43-4232-BCAF-19CBAB5D4E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61" y="101590"/>
            <a:ext cx="3281297" cy="98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577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FE20BF-F67D-B911-6DF1-6C07B7189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325549-6A24-EFC5-2380-5901B3E9C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D290E3-F0D9-9E83-C63C-C53D0A4031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E43EE-88AC-4BB1-A96B-683701825200}" type="datetimeFigureOut">
              <a:rPr lang="zh-CN" altLang="en-US" smtClean="0"/>
              <a:t>2024/4/23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9D3AB4-D2FA-45B5-530C-F55D79BB8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E9B851-D30A-C1A8-F109-7919EE8D1A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D946A-496E-4FA2-892A-9D0761E430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16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7F88F-D634-BFDE-71A3-9B4F6AE056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学校汇报用展示模板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A992EE-3F55-C9B0-A81D-6E7A7F9598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北京邮电大学 信息与通信工程学院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2021210000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班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2021210000 XXX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435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AD7CB9-DD54-6624-06BE-03BD414C4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目    录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D5CE89-D5DC-A0C1-2637-C87425FCE2D4}"/>
              </a:ext>
            </a:extLst>
          </p:cNvPr>
          <p:cNvGrpSpPr/>
          <p:nvPr/>
        </p:nvGrpSpPr>
        <p:grpSpPr>
          <a:xfrm>
            <a:off x="1271464" y="2627620"/>
            <a:ext cx="9372600" cy="1602760"/>
            <a:chOff x="1409700" y="3881449"/>
            <a:chExt cx="9372600" cy="1602760"/>
          </a:xfrm>
          <a:solidFill>
            <a:srgbClr val="003399"/>
          </a:solidFill>
        </p:grpSpPr>
        <p:cxnSp>
          <p:nvCxnSpPr>
            <p:cNvPr id="5" name="MH_Other_2">
              <a:extLst>
                <a:ext uri="{FF2B5EF4-FFF2-40B4-BE49-F238E27FC236}">
                  <a16:creationId xmlns:a16="http://schemas.microsoft.com/office/drawing/2014/main" id="{BF544E86-6C66-D56F-4A96-B7C7C13D90B7}"/>
                </a:ext>
              </a:extLst>
            </p:cNvPr>
            <p:cNvCxnSpPr>
              <a:cxnSpLocks noChangeShapeType="1"/>
            </p:cNvCxnSpPr>
            <p:nvPr>
              <p:custDataLst>
                <p:tags r:id="rId1"/>
              </p:custDataLst>
            </p:nvPr>
          </p:nvCxnSpPr>
          <p:spPr bwMode="auto">
            <a:xfrm>
              <a:off x="1409700" y="4693075"/>
              <a:ext cx="9372600" cy="0"/>
            </a:xfrm>
            <a:prstGeom prst="line">
              <a:avLst/>
            </a:prstGeom>
            <a:grpFill/>
            <a:ln w="12700" algn="ctr">
              <a:solidFill>
                <a:srgbClr val="003399"/>
              </a:solidFill>
              <a:miter lim="800000"/>
            </a:ln>
          </p:spPr>
        </p:cxn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A2606510-6FBA-22B5-11E5-432871A0E69E}"/>
                </a:ext>
              </a:extLst>
            </p:cNvPr>
            <p:cNvGrpSpPr/>
            <p:nvPr/>
          </p:nvGrpSpPr>
          <p:grpSpPr>
            <a:xfrm>
              <a:off x="4282440" y="4533055"/>
              <a:ext cx="321946" cy="320040"/>
              <a:chOff x="3005510" y="2787774"/>
              <a:chExt cx="268288" cy="266700"/>
            </a:xfrm>
            <a:grpFill/>
          </p:grpSpPr>
          <p:sp>
            <p:nvSpPr>
              <p:cNvPr id="24" name="MH_Other_3">
                <a:extLst>
                  <a:ext uri="{FF2B5EF4-FFF2-40B4-BE49-F238E27FC236}">
                    <a16:creationId xmlns:a16="http://schemas.microsoft.com/office/drawing/2014/main" id="{3AE574E5-D2B5-F71C-1520-22EFD6A57A86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3005510" y="2787774"/>
                <a:ext cx="268288" cy="266700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003399"/>
                </a:solidFill>
                <a:prstDash val="solid"/>
                <a:miter lim="800000"/>
              </a:ln>
              <a:effectLst/>
            </p:spPr>
            <p:txBody>
              <a:bodyPr anchor="ctr">
                <a:normAutofit fontScale="47500" lnSpcReduction="20000"/>
              </a:bodyPr>
              <a:lstStyle/>
              <a:p>
                <a:pPr algn="ctr"/>
                <a:endParaRPr lang="zh-CN" altLang="en-US" sz="2160" kern="0">
                  <a:solidFill>
                    <a:srgbClr val="FFFFFF"/>
                  </a:solidFill>
                  <a:latin typeface="Times New Roman" panose="02020603050405020304" pitchFamily="18" charset="0"/>
                  <a:ea typeface="方正小标宋简体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MH_Other_4">
                <a:extLst>
                  <a:ext uri="{FF2B5EF4-FFF2-40B4-BE49-F238E27FC236}">
                    <a16:creationId xmlns:a16="http://schemas.microsoft.com/office/drawing/2014/main" id="{CA126F43-9D33-7381-41D4-5A91AFAC79BF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3067423" y="2848099"/>
                <a:ext cx="144462" cy="146050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003399"/>
                </a:solidFill>
                <a:prstDash val="solid"/>
                <a:miter lim="800000"/>
              </a:ln>
              <a:effectLst/>
            </p:spPr>
            <p:txBody>
              <a:bodyPr anchor="ctr">
                <a:normAutofit fontScale="25000" lnSpcReduction="20000"/>
              </a:bodyPr>
              <a:lstStyle/>
              <a:p>
                <a:pPr algn="ctr"/>
                <a:endParaRPr lang="zh-CN" altLang="en-US" sz="2160" kern="0">
                  <a:solidFill>
                    <a:srgbClr val="FFFFFF"/>
                  </a:solidFill>
                  <a:latin typeface="Times New Roman" panose="02020603050405020304" pitchFamily="18" charset="0"/>
                  <a:ea typeface="方正小标宋简体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4988042-3F54-1A82-0597-2A50A51E0AC0}"/>
                </a:ext>
              </a:extLst>
            </p:cNvPr>
            <p:cNvGrpSpPr/>
            <p:nvPr/>
          </p:nvGrpSpPr>
          <p:grpSpPr>
            <a:xfrm>
              <a:off x="2512696" y="4533055"/>
              <a:ext cx="321944" cy="320040"/>
              <a:chOff x="1530723" y="2787774"/>
              <a:chExt cx="268287" cy="266700"/>
            </a:xfrm>
            <a:grpFill/>
          </p:grpSpPr>
          <p:sp>
            <p:nvSpPr>
              <p:cNvPr id="22" name="MH_Other_5">
                <a:extLst>
                  <a:ext uri="{FF2B5EF4-FFF2-40B4-BE49-F238E27FC236}">
                    <a16:creationId xmlns:a16="http://schemas.microsoft.com/office/drawing/2014/main" id="{36F14E17-9EED-47D0-B095-C4B34C80C164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1530723" y="2787774"/>
                <a:ext cx="268287" cy="266700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003399"/>
                </a:solidFill>
                <a:prstDash val="solid"/>
                <a:miter lim="800000"/>
              </a:ln>
              <a:effectLst/>
            </p:spPr>
            <p:txBody>
              <a:bodyPr anchor="ctr">
                <a:normAutofit fontScale="47500" lnSpcReduction="20000"/>
              </a:bodyPr>
              <a:lstStyle/>
              <a:p>
                <a:pPr algn="ctr">
                  <a:defRPr/>
                </a:pPr>
                <a:endParaRPr lang="zh-CN" altLang="en-US" sz="2160" kern="0">
                  <a:solidFill>
                    <a:srgbClr val="FFFFFF"/>
                  </a:solidFill>
                  <a:latin typeface="Times New Roman" panose="02020603050405020304" pitchFamily="18" charset="0"/>
                  <a:ea typeface="方正小标宋简体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MH_Other_6">
                <a:extLst>
                  <a:ext uri="{FF2B5EF4-FFF2-40B4-BE49-F238E27FC236}">
                    <a16:creationId xmlns:a16="http://schemas.microsoft.com/office/drawing/2014/main" id="{F7DF5049-144E-9DE2-08BB-39D0327B3C4C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1592635" y="2848099"/>
                <a:ext cx="146050" cy="146050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003399"/>
                </a:solidFill>
                <a:prstDash val="solid"/>
                <a:miter lim="800000"/>
              </a:ln>
              <a:effectLst/>
            </p:spPr>
            <p:txBody>
              <a:bodyPr anchor="ctr">
                <a:normAutofit fontScale="25000" lnSpcReduction="20000"/>
              </a:bodyPr>
              <a:lstStyle/>
              <a:p>
                <a:pPr algn="ctr">
                  <a:defRPr/>
                </a:pPr>
                <a:endParaRPr lang="zh-CN" altLang="en-US" sz="2160" kern="0">
                  <a:solidFill>
                    <a:srgbClr val="FFFFFF"/>
                  </a:solidFill>
                  <a:latin typeface="Times New Roman" panose="02020603050405020304" pitchFamily="18" charset="0"/>
                  <a:ea typeface="方正小标宋简体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588A778-5EA8-6994-A00A-088A040B8642}"/>
                </a:ext>
              </a:extLst>
            </p:cNvPr>
            <p:cNvGrpSpPr/>
            <p:nvPr/>
          </p:nvGrpSpPr>
          <p:grpSpPr>
            <a:xfrm>
              <a:off x="7821930" y="4533055"/>
              <a:ext cx="320040" cy="320040"/>
              <a:chOff x="5955085" y="2787774"/>
              <a:chExt cx="266700" cy="266700"/>
            </a:xfrm>
            <a:grpFill/>
          </p:grpSpPr>
          <p:sp>
            <p:nvSpPr>
              <p:cNvPr id="20" name="MH_Other_7">
                <a:extLst>
                  <a:ext uri="{FF2B5EF4-FFF2-40B4-BE49-F238E27FC236}">
                    <a16:creationId xmlns:a16="http://schemas.microsoft.com/office/drawing/2014/main" id="{8DAA7F5F-007E-1288-E425-09109898143C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5955085" y="2787774"/>
                <a:ext cx="266700" cy="266700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003399"/>
                </a:solidFill>
                <a:prstDash val="solid"/>
                <a:miter lim="800000"/>
              </a:ln>
              <a:effectLst/>
            </p:spPr>
            <p:txBody>
              <a:bodyPr anchor="ctr">
                <a:normAutofit fontScale="47500" lnSpcReduction="20000"/>
              </a:bodyPr>
              <a:lstStyle/>
              <a:p>
                <a:pPr algn="ctr"/>
                <a:endParaRPr lang="zh-CN" altLang="en-US" sz="2160" kern="0">
                  <a:solidFill>
                    <a:srgbClr val="FFFFFF"/>
                  </a:solidFill>
                  <a:latin typeface="Times New Roman" panose="02020603050405020304" pitchFamily="18" charset="0"/>
                  <a:ea typeface="方正小标宋简体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MH_Other_8">
                <a:extLst>
                  <a:ext uri="{FF2B5EF4-FFF2-40B4-BE49-F238E27FC236}">
                    <a16:creationId xmlns:a16="http://schemas.microsoft.com/office/drawing/2014/main" id="{F9800876-9309-7B7F-0563-465775C0739C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6015410" y="2848099"/>
                <a:ext cx="146050" cy="146050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003399"/>
                </a:solidFill>
                <a:prstDash val="solid"/>
                <a:miter lim="800000"/>
              </a:ln>
              <a:effectLst/>
            </p:spPr>
            <p:txBody>
              <a:bodyPr anchor="ctr">
                <a:normAutofit fontScale="25000" lnSpcReduction="20000"/>
              </a:bodyPr>
              <a:lstStyle/>
              <a:p>
                <a:pPr algn="ctr"/>
                <a:endParaRPr lang="zh-CN" altLang="en-US" sz="2160" kern="0">
                  <a:solidFill>
                    <a:srgbClr val="FFFFFF"/>
                  </a:solidFill>
                  <a:latin typeface="Times New Roman" panose="02020603050405020304" pitchFamily="18" charset="0"/>
                  <a:ea typeface="方正小标宋简体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77A4DB4-3C66-C765-34AB-B26F523E94A6}"/>
                </a:ext>
              </a:extLst>
            </p:cNvPr>
            <p:cNvGrpSpPr/>
            <p:nvPr/>
          </p:nvGrpSpPr>
          <p:grpSpPr>
            <a:xfrm>
              <a:off x="6052186" y="4533055"/>
              <a:ext cx="321944" cy="320040"/>
              <a:chOff x="4273923" y="3328030"/>
              <a:chExt cx="268287" cy="266700"/>
            </a:xfrm>
            <a:grpFill/>
          </p:grpSpPr>
          <p:sp>
            <p:nvSpPr>
              <p:cNvPr id="18" name="MH_Other_9">
                <a:extLst>
                  <a:ext uri="{FF2B5EF4-FFF2-40B4-BE49-F238E27FC236}">
                    <a16:creationId xmlns:a16="http://schemas.microsoft.com/office/drawing/2014/main" id="{654966BD-A888-553B-F9A5-3079462845C7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4273923" y="3328030"/>
                <a:ext cx="268287" cy="266700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003399"/>
                </a:solidFill>
                <a:prstDash val="solid"/>
                <a:miter lim="800000"/>
              </a:ln>
              <a:effectLst/>
            </p:spPr>
            <p:txBody>
              <a:bodyPr anchor="ctr">
                <a:normAutofit fontScale="47500" lnSpcReduction="20000"/>
              </a:bodyPr>
              <a:lstStyle/>
              <a:p>
                <a:pPr algn="ctr"/>
                <a:endParaRPr lang="zh-CN" altLang="en-US" sz="2160" kern="0">
                  <a:solidFill>
                    <a:srgbClr val="FFFFFF"/>
                  </a:solidFill>
                  <a:latin typeface="Times New Roman" panose="02020603050405020304" pitchFamily="18" charset="0"/>
                  <a:ea typeface="方正小标宋简体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MH_Other_10">
                <a:extLst>
                  <a:ext uri="{FF2B5EF4-FFF2-40B4-BE49-F238E27FC236}">
                    <a16:creationId xmlns:a16="http://schemas.microsoft.com/office/drawing/2014/main" id="{3D806BC6-6BFB-5873-D57F-23912D9274E0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4335834" y="3388355"/>
                <a:ext cx="144463" cy="146050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003399"/>
                </a:solidFill>
                <a:prstDash val="solid"/>
                <a:miter lim="800000"/>
              </a:ln>
              <a:effectLst/>
            </p:spPr>
            <p:txBody>
              <a:bodyPr anchor="ctr">
                <a:normAutofit fontScale="25000" lnSpcReduction="20000"/>
              </a:bodyPr>
              <a:lstStyle/>
              <a:p>
                <a:pPr algn="ctr"/>
                <a:endParaRPr lang="zh-CN" altLang="en-US" sz="2160" kern="0">
                  <a:solidFill>
                    <a:srgbClr val="FFFFFF"/>
                  </a:solidFill>
                  <a:latin typeface="Times New Roman" panose="02020603050405020304" pitchFamily="18" charset="0"/>
                  <a:ea typeface="方正小标宋简体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D5CC112-9097-56E2-3560-507AF03DB72C}"/>
                </a:ext>
              </a:extLst>
            </p:cNvPr>
            <p:cNvGrpSpPr/>
            <p:nvPr/>
          </p:nvGrpSpPr>
          <p:grpSpPr>
            <a:xfrm>
              <a:off x="9589770" y="4533055"/>
              <a:ext cx="321946" cy="320040"/>
              <a:chOff x="7428285" y="2787774"/>
              <a:chExt cx="268288" cy="266700"/>
            </a:xfrm>
            <a:grpFill/>
          </p:grpSpPr>
          <p:sp>
            <p:nvSpPr>
              <p:cNvPr id="16" name="MH_Other_11">
                <a:extLst>
                  <a:ext uri="{FF2B5EF4-FFF2-40B4-BE49-F238E27FC236}">
                    <a16:creationId xmlns:a16="http://schemas.microsoft.com/office/drawing/2014/main" id="{29B1873A-C5FC-04C1-3459-C2C809EA0AA6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7428285" y="2787774"/>
                <a:ext cx="268288" cy="266700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003399"/>
                </a:solidFill>
                <a:prstDash val="solid"/>
                <a:miter lim="800000"/>
              </a:ln>
              <a:effectLst/>
            </p:spPr>
            <p:txBody>
              <a:bodyPr anchor="ctr">
                <a:normAutofit fontScale="47500" lnSpcReduction="20000"/>
              </a:bodyPr>
              <a:lstStyle/>
              <a:p>
                <a:pPr algn="ctr"/>
                <a:endParaRPr lang="zh-CN" altLang="en-US" sz="2160" kern="0">
                  <a:solidFill>
                    <a:srgbClr val="FFFFFF"/>
                  </a:solidFill>
                  <a:latin typeface="Times New Roman" panose="02020603050405020304" pitchFamily="18" charset="0"/>
                  <a:ea typeface="方正小标宋简体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MH_Other_12">
                <a:extLst>
                  <a:ext uri="{FF2B5EF4-FFF2-40B4-BE49-F238E27FC236}">
                    <a16:creationId xmlns:a16="http://schemas.microsoft.com/office/drawing/2014/main" id="{5AC84BE3-C411-9D1B-6033-5F41775EAD24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7490198" y="2848099"/>
                <a:ext cx="144462" cy="146050"/>
              </a:xfrm>
              <a:prstGeom prst="ellipse">
                <a:avLst/>
              </a:prstGeom>
              <a:grpFill/>
              <a:ln w="12700" cap="flat" cmpd="sng" algn="ctr">
                <a:solidFill>
                  <a:srgbClr val="003399"/>
                </a:solidFill>
                <a:prstDash val="solid"/>
                <a:miter lim="800000"/>
              </a:ln>
              <a:effectLst/>
            </p:spPr>
            <p:txBody>
              <a:bodyPr anchor="ctr">
                <a:normAutofit fontScale="25000" lnSpcReduction="20000"/>
              </a:bodyPr>
              <a:lstStyle/>
              <a:p>
                <a:pPr algn="ctr"/>
                <a:endParaRPr lang="zh-CN" altLang="en-US" sz="2160" kern="0">
                  <a:solidFill>
                    <a:srgbClr val="FFFFFF"/>
                  </a:solidFill>
                  <a:latin typeface="Times New Roman" panose="02020603050405020304" pitchFamily="18" charset="0"/>
                  <a:ea typeface="方正小标宋简体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30F0140-27BD-6E22-1130-734CFE11C26F}"/>
                </a:ext>
              </a:extLst>
            </p:cNvPr>
            <p:cNvSpPr/>
            <p:nvPr/>
          </p:nvSpPr>
          <p:spPr>
            <a:xfrm>
              <a:off x="2235086" y="3881449"/>
              <a:ext cx="87716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 defTabSz="1031626"/>
              <a:r>
                <a:rPr lang="zh-CN" altLang="en-US" kern="0" dirty="0">
                  <a:latin typeface="Times New Roman" panose="02020603050405020304" pitchFamily="18" charset="0"/>
                  <a:ea typeface="方正小标宋简体" panose="03000509000000000000" pitchFamily="65" charset="-122"/>
                  <a:cs typeface="Times New Roman" panose="02020603050405020304" pitchFamily="18" charset="0"/>
                </a:rPr>
                <a:t>标题一</a:t>
              </a:r>
              <a:endParaRPr lang="en-US" altLang="zh-CN" kern="0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6CD09E5-B45B-977C-8880-E81F2D3F1400}"/>
                </a:ext>
              </a:extLst>
            </p:cNvPr>
            <p:cNvSpPr/>
            <p:nvPr/>
          </p:nvSpPr>
          <p:spPr>
            <a:xfrm>
              <a:off x="4004029" y="5114877"/>
              <a:ext cx="87876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 defTabSz="1031626"/>
              <a:r>
                <a:rPr lang="zh-CN" altLang="en-US" kern="0" dirty="0">
                  <a:latin typeface="Times New Roman" panose="02020603050405020304" pitchFamily="18" charset="0"/>
                  <a:ea typeface="方正小标宋简体" panose="03000509000000000000" pitchFamily="65" charset="-122"/>
                  <a:cs typeface="Times New Roman" panose="02020603050405020304" pitchFamily="18" charset="0"/>
                </a:rPr>
                <a:t>标题二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669B1AC-6C7B-6A2D-A273-9A93ACE3C1A4}"/>
                </a:ext>
              </a:extLst>
            </p:cNvPr>
            <p:cNvSpPr/>
            <p:nvPr/>
          </p:nvSpPr>
          <p:spPr>
            <a:xfrm>
              <a:off x="5743247" y="3881449"/>
              <a:ext cx="87716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 defTabSz="1031626"/>
              <a:r>
                <a:rPr lang="zh-CN" altLang="en-US" kern="0" dirty="0">
                  <a:latin typeface="Times New Roman" panose="02020603050405020304" pitchFamily="18" charset="0"/>
                  <a:ea typeface="方正小标宋简体" panose="03000509000000000000" pitchFamily="65" charset="-122"/>
                  <a:cs typeface="Times New Roman" panose="02020603050405020304" pitchFamily="18" charset="0"/>
                </a:rPr>
                <a:t>标题三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8663805-7716-376B-3F74-ECA2D7760E94}"/>
                </a:ext>
              </a:extLst>
            </p:cNvPr>
            <p:cNvSpPr/>
            <p:nvPr/>
          </p:nvSpPr>
          <p:spPr>
            <a:xfrm>
              <a:off x="7543368" y="5114877"/>
              <a:ext cx="87716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 defTabSz="1031626"/>
              <a:r>
                <a:rPr lang="zh-CN" altLang="en-US" kern="0" dirty="0">
                  <a:latin typeface="Times New Roman" panose="02020603050405020304" pitchFamily="18" charset="0"/>
                  <a:ea typeface="方正小标宋简体" panose="03000509000000000000" pitchFamily="65" charset="-122"/>
                  <a:cs typeface="Times New Roman" panose="02020603050405020304" pitchFamily="18" charset="0"/>
                </a:rPr>
                <a:t>标题四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F3F843D-D65A-91E1-B525-3F192B0A1918}"/>
                </a:ext>
              </a:extLst>
            </p:cNvPr>
            <p:cNvSpPr/>
            <p:nvPr/>
          </p:nvSpPr>
          <p:spPr>
            <a:xfrm>
              <a:off x="9274711" y="3881449"/>
              <a:ext cx="95570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 defTabSz="1031626"/>
              <a:r>
                <a:rPr lang="zh-CN" altLang="en-US" kern="0" dirty="0">
                  <a:latin typeface="Times New Roman" panose="02020603050405020304" pitchFamily="18" charset="0"/>
                  <a:ea typeface="方正小标宋简体" panose="03000509000000000000" pitchFamily="65" charset="-122"/>
                  <a:cs typeface="Times New Roman" panose="02020603050405020304" pitchFamily="18" charset="0"/>
                </a:rPr>
                <a:t>标题五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9357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0" descr="e7d195523061f1c0c8c9ef2b4c47b9232c7d3c1aa29fc33cC35E69D0959227FEE46513058567BC4DFCDEC239794EE7F7D54C53BFAAED1E91F0142CACD1DBF61753822421AB78C025DC4BB29C14829EC7958081C093AE18BE12860807EF136105AA5915B6E1FC903132893A29C0D20F58B8483A3290107E264C17A103AC8D0961565853DA444ACA86">
            <a:extLst>
              <a:ext uri="{FF2B5EF4-FFF2-40B4-BE49-F238E27FC236}">
                <a16:creationId xmlns:a16="http://schemas.microsoft.com/office/drawing/2014/main" id="{89F4000C-42FD-46EE-9742-3BBE93A85A0B}"/>
              </a:ext>
            </a:extLst>
          </p:cNvPr>
          <p:cNvSpPr txBox="1"/>
          <p:nvPr/>
        </p:nvSpPr>
        <p:spPr>
          <a:xfrm>
            <a:off x="2308512" y="2248712"/>
            <a:ext cx="1322798" cy="14459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None/>
            </a:pPr>
            <a:r>
              <a:rPr lang="en-US" altLang="zh-CN" sz="8796" b="1" dirty="0">
                <a:latin typeface="Times New Roman" panose="02020603050405020304" pitchFamily="18" charset="0"/>
                <a:ea typeface="方正小标宋简体" panose="03000509000000000000" pitchFamily="65" charset="-122"/>
                <a:cs typeface="Times New Roman" panose="02020603050405020304" pitchFamily="18" charset="0"/>
              </a:rPr>
              <a:t>01</a:t>
            </a:r>
            <a:endParaRPr lang="zh-CN" altLang="en-US" sz="8796" b="1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4BB5DAC7-6741-4DB2-A998-5A7322536D3D}"/>
              </a:ext>
            </a:extLst>
          </p:cNvPr>
          <p:cNvSpPr txBox="1"/>
          <p:nvPr/>
        </p:nvSpPr>
        <p:spPr>
          <a:xfrm>
            <a:off x="635910" y="3694621"/>
            <a:ext cx="4668002" cy="769405"/>
          </a:xfrm>
          <a:prstGeom prst="rect">
            <a:avLst/>
          </a:prstGeom>
          <a:noFill/>
        </p:spPr>
        <p:txBody>
          <a:bodyPr wrap="square" lIns="91404" tIns="45702" rIns="91404" bIns="45702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C00000"/>
                </a:solidFill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标题一</a:t>
            </a:r>
          </a:p>
        </p:txBody>
      </p:sp>
    </p:spTree>
    <p:extLst>
      <p:ext uri="{BB962C8B-B14F-4D97-AF65-F5344CB8AC3E}">
        <p14:creationId xmlns:p14="http://schemas.microsoft.com/office/powerpoint/2010/main" val="1865798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AD7CB9-DD54-6624-06BE-03BD414C4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方正小标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C21BE6-506B-CDDB-5B81-4AA488336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994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2F40AE3-565B-6F42-E627-91BFFD9B4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0892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6000" dirty="0">
                <a:latin typeface="方正小标宋简体" panose="03000509000000000000" pitchFamily="65" charset="-122"/>
                <a:ea typeface="方正小标宋简体" panose="03000509000000000000" pitchFamily="65" charset="-122"/>
              </a:rPr>
              <a:t>感谢聆听！</a:t>
            </a:r>
          </a:p>
        </p:txBody>
      </p:sp>
    </p:spTree>
    <p:extLst>
      <p:ext uri="{BB962C8B-B14F-4D97-AF65-F5344CB8AC3E}">
        <p14:creationId xmlns:p14="http://schemas.microsoft.com/office/powerpoint/2010/main" val="29726744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2215633"/>
  <p:tag name="MH_LIBRARY" val="GRAPHIC"/>
  <p:tag name="MH_TYPE" val="Other"/>
  <p:tag name="MH_ORDER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2215633"/>
  <p:tag name="MH_LIBRARY" val="GRAPHIC"/>
  <p:tag name="MH_TYPE" val="Other"/>
  <p:tag name="MH_ORDER" val="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2215633"/>
  <p:tag name="MH_LIBRARY" val="GRAPHIC"/>
  <p:tag name="MH_TYPE" val="Other"/>
  <p:tag name="MH_ORDER" val="1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2215633"/>
  <p:tag name="MH_LIBRARY" val="GRAPHIC"/>
  <p:tag name="MH_TYPE" val="Other"/>
  <p:tag name="MH_ORDER" val="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2215633"/>
  <p:tag name="MH_LIBRARY" val="GRAPHIC"/>
  <p:tag name="MH_TYPE" val="Other"/>
  <p:tag name="MH_ORDER" val="1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2215633"/>
  <p:tag name="MH_LIBRARY" val="GRAPHIC"/>
  <p:tag name="MH_TYPE" val="Other"/>
  <p:tag name="MH_ORDER" val="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2215633"/>
  <p:tag name="MH_LIBRARY" val="GRAPHIC"/>
  <p:tag name="MH_TYPE" val="Other"/>
  <p:tag name="MH_ORDER" val="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2215633"/>
  <p:tag name="MH_LIBRARY" val="GRAPHIC"/>
  <p:tag name="MH_TYPE" val="Other"/>
  <p:tag name="MH_ORDER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2215633"/>
  <p:tag name="MH_LIBRARY" val="GRAPHIC"/>
  <p:tag name="MH_TYPE" val="Other"/>
  <p:tag name="MH_ORDER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2215633"/>
  <p:tag name="MH_LIBRARY" val="GRAPHIC"/>
  <p:tag name="MH_TYPE" val="Other"/>
  <p:tag name="MH_ORDER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122215633"/>
  <p:tag name="MH_LIBRARY" val="GRAPHIC"/>
  <p:tag name="MH_TYPE" val="Other"/>
  <p:tag name="MH_ORDER" val="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33</Words>
  <Application>Microsoft Office PowerPoint</Application>
  <PresentationFormat>宽屏</PresentationFormat>
  <Paragraphs>12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等线 Light</vt:lpstr>
      <vt:lpstr>方正小标宋简体</vt:lpstr>
      <vt:lpstr>微软雅黑</vt:lpstr>
      <vt:lpstr>Arial</vt:lpstr>
      <vt:lpstr>Times New Roman</vt:lpstr>
      <vt:lpstr>Office 主题​​</vt:lpstr>
      <vt:lpstr>学校汇报用展示模板</vt:lpstr>
      <vt:lpstr>目    录</vt:lpstr>
      <vt:lpstr>PowerPoint 演示文稿</vt:lpstr>
      <vt:lpstr>PowerPoint 演示文稿</vt:lpstr>
      <vt:lpstr>感谢聆听！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学校汇报用展示模板</dc:title>
  <dc:creator>黄秋豪</dc:creator>
  <cp:lastModifiedBy>2084978114@qq.com</cp:lastModifiedBy>
  <cp:revision>6</cp:revision>
  <dcterms:created xsi:type="dcterms:W3CDTF">2023-01-10T02:11:23Z</dcterms:created>
  <dcterms:modified xsi:type="dcterms:W3CDTF">2024-04-23T12:42:12Z</dcterms:modified>
</cp:coreProperties>
</file>